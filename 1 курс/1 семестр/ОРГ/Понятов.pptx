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8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40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77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9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173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36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9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20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15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14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006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59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998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964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971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043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25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50164-A4F3-48C6-A79D-3F0FA520736E}" type="datetimeFigureOut">
              <a:rPr lang="ru-RU" smtClean="0"/>
              <a:t>03.12.2023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7DA8B-A2C9-4A8B-B942-91E50D3A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842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19C0C-E7C3-455C-BAC8-A2E29EA42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794" y="1105232"/>
            <a:ext cx="9360411" cy="1656494"/>
          </a:xfrm>
        </p:spPr>
        <p:txBody>
          <a:bodyPr>
            <a:normAutofit/>
          </a:bodyPr>
          <a:lstStyle/>
          <a:p>
            <a:r>
              <a:rPr lang="ru-RU" dirty="0"/>
              <a:t>А.М. Понятов - первый в мире видеомагнитофон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5ECFA4-DD7F-43AD-B08E-E3D0BEC11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3980" y="6098649"/>
            <a:ext cx="2528514" cy="322029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chemeClr val="tx1"/>
                </a:solidFill>
              </a:rPr>
              <a:t>Разработал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Астахов Сергей</a:t>
            </a:r>
          </a:p>
        </p:txBody>
      </p:sp>
    </p:spTree>
    <p:extLst>
      <p:ext uri="{BB962C8B-B14F-4D97-AF65-F5344CB8AC3E}">
        <p14:creationId xmlns:p14="http://schemas.microsoft.com/office/powerpoint/2010/main" val="183740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2038F-E616-447E-9336-7108BCBE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74" y="503224"/>
            <a:ext cx="2742274" cy="661642"/>
          </a:xfrm>
        </p:spPr>
        <p:txBody>
          <a:bodyPr/>
          <a:lstStyle/>
          <a:p>
            <a:pPr algn="ctr"/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82AA2-BB9A-4435-A15F-F572CF3EC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Биография</a:t>
            </a:r>
          </a:p>
          <a:p>
            <a:r>
              <a:rPr lang="en-US" dirty="0"/>
              <a:t>AMPEX</a:t>
            </a:r>
            <a:endParaRPr lang="ru-RU" dirty="0"/>
          </a:p>
          <a:p>
            <a:r>
              <a:rPr lang="ru-RU" dirty="0"/>
              <a:t>Начало эры видеозаписи</a:t>
            </a:r>
          </a:p>
          <a:p>
            <a:r>
              <a:rPr lang="ru-RU" dirty="0"/>
              <a:t>Подобные разработки</a:t>
            </a:r>
          </a:p>
          <a:p>
            <a:r>
              <a:rPr lang="ru-RU" dirty="0"/>
              <a:t>Заключение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13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03474-291D-4FA9-A130-2869D96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0709"/>
            <a:ext cx="9905998" cy="1478570"/>
          </a:xfrm>
        </p:spPr>
        <p:txBody>
          <a:bodyPr/>
          <a:lstStyle/>
          <a:p>
            <a:pPr algn="ctr"/>
            <a:r>
              <a:rPr lang="ru-RU" dirty="0"/>
              <a:t>Биография понятова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3D352-B9D3-4F1C-A252-BB782915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883" y="1739279"/>
            <a:ext cx="4746529" cy="433949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400" dirty="0"/>
              <a:t>Александр Понятов родился 25 марта 1892 года в селе Русская Айша, неподалеку от Казани. В семь лет он впервые увидел чудо-техники - паровоз, и с того момента решил стать инженером. Он окончил реальное училище и поступил в Казанский императорский университет на физико-математический факультет, но после перевелся на более прикладную специальность - в Императорское московское техническое училище (теперь МГТУ имени Баумана)</a:t>
            </a:r>
            <a:r>
              <a:rPr lang="en-US" sz="1400" dirty="0"/>
              <a:t>. </a:t>
            </a:r>
            <a:r>
              <a:rPr lang="ru-RU" sz="1400" dirty="0"/>
              <a:t>В 1917 году он окончил школу летчиков</a:t>
            </a:r>
            <a:r>
              <a:rPr lang="en-US" sz="1400" dirty="0"/>
              <a:t>, </a:t>
            </a:r>
            <a:r>
              <a:rPr lang="ru-RU" sz="1400" dirty="0"/>
              <a:t>но уже в 20-м году был вынужден мигрировать</a:t>
            </a:r>
            <a:r>
              <a:rPr lang="en-US" sz="1400" dirty="0"/>
              <a:t>.</a:t>
            </a:r>
            <a:r>
              <a:rPr lang="ru-RU" sz="1400" dirty="0"/>
              <a:t> Сначала он работал помощником инженера в шанхайской компании, потом перебрался во Францию, а в 1927 году оказался в США. Сперва он устроился на работу в </a:t>
            </a:r>
            <a:r>
              <a:rPr lang="ru-RU" sz="1400" dirty="0" err="1"/>
              <a:t>General</a:t>
            </a:r>
            <a:r>
              <a:rPr lang="ru-RU" sz="1400" dirty="0"/>
              <a:t> </a:t>
            </a:r>
            <a:r>
              <a:rPr lang="ru-RU" sz="1400" dirty="0" err="1"/>
              <a:t>Electric</a:t>
            </a:r>
            <a:r>
              <a:rPr lang="ru-RU" sz="1400" dirty="0"/>
              <a:t>, но тяга к полетам привела его в компанию </a:t>
            </a:r>
            <a:r>
              <a:rPr lang="ru-RU" sz="1400" dirty="0" err="1"/>
              <a:t>Dalmo-VictorWestinghouse</a:t>
            </a:r>
            <a:r>
              <a:rPr lang="ru-RU" sz="1400" dirty="0"/>
              <a:t>, где он разрабатывал электроприводы для авиационных радаров.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66EFC9-06AD-4F42-85CA-8A356061D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041" y="1711449"/>
            <a:ext cx="3253076" cy="43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4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24A15-1EE2-4AF6-99A3-23F35809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6936"/>
          </a:xfrm>
        </p:spPr>
        <p:txBody>
          <a:bodyPr/>
          <a:lstStyle/>
          <a:p>
            <a:pPr algn="ctr"/>
            <a:r>
              <a:rPr lang="en-US" dirty="0"/>
              <a:t>AMPEX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503C6E-17EE-40B5-9510-C092A5CA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05182"/>
            <a:ext cx="10232265" cy="45343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 возрасте 52 лет в 1944 году А.М. Понятов основал собственную фирму по разработкам электромеханических устройств для точного следящего привода авиационных радиолокационных антенн, став субподрядчиком крупной корпорации </a:t>
            </a:r>
            <a:r>
              <a:rPr lang="en-US" dirty="0" err="1"/>
              <a:t>Dalmo-VictorWestinghouse</a:t>
            </a:r>
            <a:r>
              <a:rPr lang="ru-RU" dirty="0"/>
              <a:t>, которая разрабатывала бортовое электрооборудование для самолетов.</a:t>
            </a:r>
            <a:r>
              <a:rPr lang="en-US" dirty="0"/>
              <a:t> </a:t>
            </a:r>
            <a:r>
              <a:rPr lang="ru-RU" dirty="0"/>
              <a:t>Но после войны заказы прекратились - пришлось искать изобретениям мирное применение. И Александр решил сконцентрироваться на только появившихся тогда устройствах магнитной звукозаписи.</a:t>
            </a:r>
          </a:p>
        </p:txBody>
      </p:sp>
    </p:spTree>
    <p:extLst>
      <p:ext uri="{BB962C8B-B14F-4D97-AF65-F5344CB8AC3E}">
        <p14:creationId xmlns:p14="http://schemas.microsoft.com/office/powerpoint/2010/main" val="372040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F5F84-6668-446B-8CBF-F6637251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9369"/>
            <a:ext cx="9905998" cy="6957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Начало эры видеозаписи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8A6337-0FA4-48DD-B3C6-54AAC653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096" y="1415333"/>
            <a:ext cx="4575575" cy="4273826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Lato"/>
              </a:rPr>
              <a:t>После войны, когда оборонные заказы пошли на убыль, деятельность фирмы была ориентирована на разработку устройств магнитной звукозаписи. Хорошо известен факт, что после окончания Второй мировой войны в руки А.М. Понятова и его сотрудников попал один из немецких трофеев – образец звукового магнитофона</a:t>
            </a:r>
            <a:r>
              <a:rPr lang="en-US" b="0" i="0" dirty="0">
                <a:effectLst/>
                <a:latin typeface="Lato"/>
              </a:rPr>
              <a:t>. </a:t>
            </a:r>
            <a:r>
              <a:rPr lang="ru-RU" b="0" i="0" dirty="0">
                <a:effectLst/>
                <a:latin typeface="Lato"/>
              </a:rPr>
              <a:t>Именно это и послужило началом разработки моделей видеомагнитофонов</a:t>
            </a:r>
            <a:r>
              <a:rPr lang="en-US" dirty="0">
                <a:latin typeface="Lato"/>
              </a:rPr>
              <a:t>.</a:t>
            </a:r>
            <a:r>
              <a:rPr lang="ru-RU" dirty="0">
                <a:latin typeface="Lato"/>
              </a:rPr>
              <a:t> И уже в 1948 году фирма AMPEX выпускает первую модель “регистратора аудиосигналов” – </a:t>
            </a:r>
            <a:r>
              <a:rPr lang="ru-RU" dirty="0" err="1">
                <a:latin typeface="Lato"/>
              </a:rPr>
              <a:t>Model</a:t>
            </a:r>
            <a:r>
              <a:rPr lang="ru-RU" dirty="0">
                <a:latin typeface="Lato"/>
              </a:rPr>
              <a:t> 200. Разработка аппарата обошлась фирме в 76 тыс. долл. Эту новинку показали знаменитому певцу Бингу Кросби</a:t>
            </a:r>
            <a:r>
              <a:rPr lang="en-US" dirty="0">
                <a:latin typeface="Lato"/>
              </a:rPr>
              <a:t>, </a:t>
            </a:r>
            <a:r>
              <a:rPr lang="ru-RU" dirty="0">
                <a:latin typeface="Lato"/>
              </a:rPr>
              <a:t>который в дальнейшим оценил преимущества записи и трансляции своих концертов</a:t>
            </a:r>
            <a:r>
              <a:rPr lang="en-US" dirty="0">
                <a:latin typeface="Lato"/>
              </a:rPr>
              <a:t>, </a:t>
            </a:r>
            <a:r>
              <a:rPr lang="ru-RU" dirty="0">
                <a:latin typeface="Lato"/>
              </a:rPr>
              <a:t>что обеспечило хороший старт для новой продукции фирмы AMPEX и отличную рекламу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715FF6-D053-46D3-A152-64B04EFAF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915" y="1415332"/>
            <a:ext cx="5249325" cy="42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64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1A0238-05E2-4A22-9C84-54A93F1E7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353102"/>
            <a:ext cx="9905999" cy="29268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Однако по-настоящему звездным достижением фирмы и ее основателя стало создание первого в мире профессионального вещательного видеомагнитофона</a:t>
            </a:r>
            <a:r>
              <a:rPr lang="en-US" dirty="0"/>
              <a:t>. </a:t>
            </a:r>
            <a:r>
              <a:rPr lang="ru-RU" dirty="0"/>
              <a:t>И вот в 1951 году А.М. Понятов разрабатывает видеозаписывающее устройство, использующее принцип поперечно-строчной записи вращающимися головками. В основу лег предложенный молодым инженером его фирмы Чарльзом Гинзбургом способ записи видеосигналов с помощью вращения магнитных головок поперек движения ленты</a:t>
            </a:r>
            <a:r>
              <a:rPr lang="en-US" dirty="0"/>
              <a:t>. </a:t>
            </a:r>
            <a:r>
              <a:rPr lang="ru-RU" dirty="0"/>
              <a:t>А уже 14 марта 1956 года в Национальной ассоциации телерадиовещателей в Чикаго всему миру был продемонстрирован первый видеомагнитофон на основе поперечно-строчной записи видеосигнала – AMPEX VR-1000. Цена магнитофона составляла 50 тыс. долл.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261313-AA91-41E7-B339-8B9C1AD8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393" y="3350199"/>
            <a:ext cx="3445213" cy="336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8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5957C-D9FD-407B-89AB-0BA0A38C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Подобные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4A865-B9EC-44C9-A238-F6F9B52DD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8"/>
            <a:ext cx="9735972" cy="40399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История создания первого нашего отечественного видеомагнитофона также связана с фирмой AMPEX. После состоявшейся на американской выставке в Москве, в Сокольниках, встрече президента США Р. Никсона с генеральным секретарем ЦК КПСС Н.С. Хрущевым летом 1958 года видеолента с записью их встречи была подарена Н.С. Хрущеву, который направил ее в ЦК. После этого было принято решение о начале работ по видеозаписи в двух профильных институтах: в Москве (ВНАИЗ) и Ленинграде (ЛЕНКИНАП). Так видеолента попала на расшифровку советским инженерам.</a:t>
            </a:r>
          </a:p>
          <a:p>
            <a:r>
              <a:rPr lang="ru-RU" dirty="0"/>
              <a:t>Ленинградцы, руководимые М.Г. Шульманом, решили выполнить видеомагнитофон по формату записи, который никто другой в мире для этих целей не применял, для чего использовали ленту шириной 70 мм. Это позволяло записывать сигнал в более широкой полосе частот, однако исключало возможность воспроизведения зарубежных программ.</a:t>
            </a:r>
          </a:p>
          <a:p>
            <a:r>
              <a:rPr lang="ru-RU" dirty="0"/>
              <a:t>Исследования в Институте звукозаписи (ВНАИЗ, переименованным позднее во ВНИИТР), напротив, начались с тщательного изучения американской ленты. Был установлен формат записи, который определил конструкцию лентопротяжного механизма. Были проведены работы по созданию головок для записи высоких частот при высокой скорости “головка/лента”, равной 40 м/сек. Эти технические решения легли в основу проектирования видеомагнитофона, названного “Кадр-1”, который создавался под руководством В.И. Пархоменко коллективом ученых института.</a:t>
            </a:r>
          </a:p>
        </p:txBody>
      </p:sp>
    </p:spTree>
    <p:extLst>
      <p:ext uri="{BB962C8B-B14F-4D97-AF65-F5344CB8AC3E}">
        <p14:creationId xmlns:p14="http://schemas.microsoft.com/office/powerpoint/2010/main" val="376484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56B94-87DE-49CF-B331-E831D52C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85AE1E-A36D-41C6-AEFD-20470966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62" y="2004390"/>
            <a:ext cx="4419999" cy="41419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Еще А.М. Понятова называли очарованным творцом и вечным созидателем</a:t>
            </a:r>
            <a:r>
              <a:rPr lang="en-US" dirty="0"/>
              <a:t>. </a:t>
            </a:r>
            <a:r>
              <a:rPr lang="ru-RU" dirty="0"/>
              <a:t>Несмотря не наличие детей А.М. Понятов продолжал свое дело</a:t>
            </a:r>
            <a:r>
              <a:rPr lang="en-US" dirty="0"/>
              <a:t>, </a:t>
            </a:r>
            <a:r>
              <a:rPr lang="ru-RU" dirty="0"/>
              <a:t>которое хотел передать если не детям</a:t>
            </a:r>
            <a:r>
              <a:rPr lang="en-US" dirty="0"/>
              <a:t>, </a:t>
            </a:r>
            <a:r>
              <a:rPr lang="ru-RU" dirty="0"/>
              <a:t>то совей родине</a:t>
            </a:r>
            <a:r>
              <a:rPr lang="en-US" dirty="0"/>
              <a:t>, </a:t>
            </a:r>
            <a:r>
              <a:rPr lang="ru-RU" dirty="0"/>
              <a:t>чтобы продолжили его начинания</a:t>
            </a:r>
            <a:r>
              <a:rPr lang="en-US" dirty="0"/>
              <a:t>.</a:t>
            </a:r>
            <a:r>
              <a:rPr lang="ru-RU" dirty="0"/>
              <a:t> Всю свою жизнь он оставался русским, постоянно выписывал газету “Известия”, интересовался искусством и культурой советской России. Благодаря этому великому человеку его изобретения до сих пор помогает в разных сферах нашей жизни.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A1896D-6B19-40BB-9589-B0006B7E1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619" y="618519"/>
            <a:ext cx="4234369" cy="527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4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542BA-D86E-4860-944D-7690F334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063" y="2689715"/>
            <a:ext cx="5490838" cy="1478570"/>
          </a:xfrm>
        </p:spPr>
        <p:txBody>
          <a:bodyPr/>
          <a:lstStyle/>
          <a:p>
            <a:r>
              <a:rPr lang="ru-RU" dirty="0"/>
              <a:t>Спасибо за внимание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4274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61</TotalTime>
  <Words>753</Words>
  <Application>Microsoft Office PowerPoint</Application>
  <PresentationFormat>Широкоэкранный</PresentationFormat>
  <Paragraphs>22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Lato</vt:lpstr>
      <vt:lpstr>Tw Cen MT</vt:lpstr>
      <vt:lpstr>Контур</vt:lpstr>
      <vt:lpstr>А.М. Понятов - первый в мире видеомагнитофон</vt:lpstr>
      <vt:lpstr>План</vt:lpstr>
      <vt:lpstr>Биография понятова</vt:lpstr>
      <vt:lpstr>AMPEX</vt:lpstr>
      <vt:lpstr>Начало эры видеозаписи</vt:lpstr>
      <vt:lpstr>Презентация PowerPoint</vt:lpstr>
      <vt:lpstr>Подобные разработки</vt:lpstr>
      <vt:lpstr>Заключения</vt:lpstr>
      <vt:lpstr>Спасибо за внимание)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А.М. Понятов - первый в мире видеомагнитофон</dc:title>
  <dc:creator>coteica3555@gmail.com</dc:creator>
  <cp:lastModifiedBy>coteica3555@gmail.com</cp:lastModifiedBy>
  <cp:revision>1</cp:revision>
  <dcterms:created xsi:type="dcterms:W3CDTF">2023-12-03T21:00:21Z</dcterms:created>
  <dcterms:modified xsi:type="dcterms:W3CDTF">2023-12-03T22:02:18Z</dcterms:modified>
</cp:coreProperties>
</file>
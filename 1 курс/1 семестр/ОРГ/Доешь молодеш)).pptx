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3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200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A8949-4CAF-4F05-B9C4-9753B7E3FAA4}" type="datetimeFigureOut">
              <a:rPr lang="ru-RU" smtClean="0"/>
              <a:t>12.11.2023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5276C-99C0-4470-B3ED-CFCE94E9531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5276C-99C0-4470-B3ED-CFCE94E95315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12.11.2023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app=desktop&amp;v=g3j67sybAlA&amp;t=239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6168" y="188640"/>
            <a:ext cx="7772400" cy="1470025"/>
          </a:xfrm>
        </p:spPr>
        <p:txBody>
          <a:bodyPr/>
          <a:lstStyle/>
          <a:p>
            <a:r>
              <a:rPr lang="ru-RU" dirty="0"/>
              <a:t>Молодежная политика в России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E6F1B33E-535D-4429-9DCD-021E491F7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4248" y="5877272"/>
            <a:ext cx="2232248" cy="864096"/>
          </a:xfrm>
        </p:spPr>
        <p:txBody>
          <a:bodyPr>
            <a:normAutofit fontScale="92500" lnSpcReduction="20000"/>
          </a:bodyPr>
          <a:lstStyle/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ИКБО-64-23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Захаров Вячеслав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Абарцумян Арик</a:t>
            </a:r>
          </a:p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Астахов Сергей</a:t>
            </a:r>
          </a:p>
        </p:txBody>
      </p:sp>
      <p:pic>
        <p:nvPicPr>
          <p:cNvPr id="1026" name="Picture 2" descr="http://youthrussia.ru/wp-content/uploads/2018/04/beeb44c8cdf9851db928be562075530d-500x33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002300"/>
            <a:ext cx="6400800" cy="2853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44" y="274638"/>
            <a:ext cx="8715436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это такое на официальном уровне?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Государственная молодёжная политика</a:t>
            </a:r>
            <a:r>
              <a:rPr lang="ru-RU" dirty="0"/>
              <a:t> — направление деятельности Российской Федерации, представляющее собой систему мер нормативно-правового, финансово-экономического, организационно-управленческого, информационно-аналитического, кадрового и научного характера, реализуемых на основе взаимодействия с институтами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44" y="25695"/>
            <a:ext cx="535785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71414"/>
            <a:ext cx="8472518" cy="605474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/>
              <a:t>На данный момент проводится активная молодежная политика - военные подготовки, мероприятия, пропаганда и так далее.</a:t>
            </a:r>
          </a:p>
          <a:p>
            <a:pPr>
              <a:buNone/>
            </a:pPr>
            <a:r>
              <a:rPr lang="ru-RU" dirty="0"/>
              <a:t>Например, пушкинская карта.</a:t>
            </a:r>
          </a:p>
          <a:p>
            <a:pPr>
              <a:buNone/>
            </a:pPr>
            <a:r>
              <a:rPr lang="ru-RU" dirty="0"/>
              <a:t> «Пушкинская карта» — программа культурного просвещения людей в возрасте от 14 до 22 лет, проживающих на территории Российской Федерации, презентованная 30 августа 2021 года. Позволяет бесплатно посещать музеи, театры, кинотеатры, выставки, филармонии и другие учреждения культуры за счёт федерального бюджета.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44" y="25695"/>
            <a:ext cx="535785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71414"/>
            <a:ext cx="8472518" cy="605474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/>
              <a:t>Молодежь является важнейшим социальным и электоральным ресурсом общества, который могут использовать в своих интересах различные партии, политические лидеры и силы.</a:t>
            </a:r>
          </a:p>
          <a:p>
            <a:pPr>
              <a:buNone/>
            </a:pPr>
            <a:r>
              <a:rPr lang="ru-RU" dirty="0"/>
              <a:t>Формы участия молодежи в политической жизни страны включают:</a:t>
            </a:r>
          </a:p>
          <a:p>
            <a:pPr>
              <a:buNone/>
            </a:pPr>
            <a:r>
              <a:rPr lang="ru-RU" dirty="0"/>
              <a:t>Голосование, участие молодёжи в работе правительственных органов государственной власти и местного самоуправления и создание молодёжных организаций и движений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90410-5C11-F32E-A7C4-37E41D6A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важной статистики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B34C93C-D3A4-47F2-B7C8-707DEF430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268760"/>
            <a:ext cx="7200800" cy="5226288"/>
          </a:xfrm>
        </p:spPr>
      </p:pic>
    </p:spTree>
    <p:extLst>
      <p:ext uri="{BB962C8B-B14F-4D97-AF65-F5344CB8AC3E}">
        <p14:creationId xmlns:p14="http://schemas.microsoft.com/office/powerpoint/2010/main" val="159407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D78B1-3711-E925-8321-51DB0F990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7582DD-BE76-A3B7-F9E6-3CDE78ED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Вработе</a:t>
            </a:r>
          </a:p>
          <a:p>
            <a:r>
              <a:rPr lang="ru-RU" sz="5400" dirty="0"/>
              <a:t>Город героев</a:t>
            </a:r>
          </a:p>
          <a:p>
            <a:r>
              <a:rPr lang="ru-RU" sz="5400" dirty="0"/>
              <a:t>Движение первых</a:t>
            </a:r>
          </a:p>
          <a:p>
            <a:r>
              <a:rPr lang="ru-RU" sz="5400" dirty="0"/>
              <a:t>Юноармия</a:t>
            </a:r>
          </a:p>
        </p:txBody>
      </p:sp>
    </p:spTree>
    <p:extLst>
      <p:ext uri="{BB962C8B-B14F-4D97-AF65-F5344CB8AC3E}">
        <p14:creationId xmlns:p14="http://schemas.microsoft.com/office/powerpoint/2010/main" val="392501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7F187B-7A43-093B-F2BE-430E9181F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Вработе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65529B-26F1-4522-4BAF-D0E14D1E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Проект реализуется проектным офисом «Молодежь Москвы». За это время в его мероприятиях в режиме онлайн приняли участие свыше семи миллионов человек, а в очном формате — более 700 тысяч человек. Ежегодно расширяется и партнерская база — сегодня в ней больше 250 отечественных работодателей</a:t>
            </a:r>
          </a:p>
          <a:p>
            <a:pPr marL="0" indent="0">
              <a:buNone/>
            </a:pPr>
            <a:r>
              <a:rPr lang="ru-RU" sz="2000" dirty="0"/>
              <a:t>Каждый участник проекта может найти то, что ему необходимо прямо сейчас: стажировку, подработку, постоянную или временную работу. А еще у него есть возможность усовершенствовать свои навыки на многочисленных образовательных мероприятиях. лей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B32FA3-7C85-E318-3988-9AEDD9899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509120"/>
            <a:ext cx="4464496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01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DB47C4C-B22B-22EF-2805-101A6EC44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988840"/>
            <a:ext cx="8784976" cy="45945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dirty="0"/>
              <a:t>Проект «Город героев» был запущен с целью патриотического воспитания молодежи, развития единства и преемственности поколений.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Его деятельность проходит по трем основным направлениям:</a:t>
            </a:r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ПОМНИ ГЕРОЕВ (декабрь/июнь)</a:t>
            </a:r>
          </a:p>
          <a:p>
            <a:pPr marL="0" indent="0">
              <a:buNone/>
            </a:pPr>
            <a:r>
              <a:rPr lang="ru-RU" sz="2000" dirty="0"/>
              <a:t>Проведение конкурса творческих работ, посвященных историям семей в годы Великой Отечественной войны; награждение авторов лучших работ; формирование банка памяти на сайте Центра.</a:t>
            </a:r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ПАТРИОТИЧЕСКИЕ КОНЦЕРТЫ (декабрь/июнь)</a:t>
            </a:r>
          </a:p>
          <a:p>
            <a:pPr marL="0" indent="0">
              <a:buNone/>
            </a:pPr>
            <a:r>
              <a:rPr lang="ru-RU" sz="2000" dirty="0"/>
              <a:t>В канун памятных дат студенты готовят концертную программу для ветеранов.</a:t>
            </a:r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ГЕРОИ РОССИИ(на протяжении всего года)</a:t>
            </a:r>
          </a:p>
          <a:p>
            <a:pPr marL="0" indent="0">
              <a:buNone/>
            </a:pPr>
            <a:r>
              <a:rPr lang="ru-RU" sz="2000" dirty="0"/>
              <a:t>Цикл встреч с Героями России с целью преемственности поколений и популяризации современных подвигов в истории страны.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9BC4C6-C7E6-7239-C1A1-3432343C7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32656"/>
            <a:ext cx="6048672" cy="135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09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696EB-5928-C60B-E0D4-3889BA06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Движение первых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F262B-9B8C-47ED-E75C-9AAE209E31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Российское движение детей и молодежи (РДДМ) «Движение Первых» было основано в 2022 году при поддержке президента РФ Владимира Путина. Главной задачей глава государства назвал создание равной, доступной, интересной среды для развития и самореализации по самым разным направлениям.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Предполагается, что участники объединения будут продолжать инициативы советских пионеров и вносить свой вклад в развитие общества. Основные ценности «Движения Первых» — жизнь и достоинство, патриотизм, дружба.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C5DE2A-1ACF-4FB4-8DCE-1D56A5C39D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Целями движения являются: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содействие проведению государственной политики в интересах детей и молодежи;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содействие воспитанию детей, их профессиональной ориентации, организация досуга детей и молодежи;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равных возможностей для всестороннего развития и самореализации детей и молодежи;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детей и молодежи к полноценной жизни в обществе, включая формирование их мировоззрения на основе традиционных российских духовных и нравственных ценностей.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679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F86F7E6-5DA4-4BB4-9687-6C7AB718C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6632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ru-RU" sz="3600" b="0" i="0" dirty="0">
                <a:solidFill>
                  <a:srgbClr val="000000"/>
                </a:solidFill>
                <a:effectLst/>
                <a:latin typeface="Fira Sans"/>
              </a:rPr>
              <a:t>Что дает участие в «Движении Первых</a:t>
            </a:r>
            <a:endParaRPr lang="ru-RU" sz="3600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82F84F9E-E0D1-4BFF-A578-30C25CB5A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772816"/>
            <a:ext cx="7772400" cy="4320480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     Участвуя в проектах и инициативах «Движения Первых», школьники получают возможность прохождения стажировок и курсов, встреч с артистами, посещения культурных событий, консультаций с экспертами и многое другое.</a:t>
            </a:r>
          </a:p>
          <a:p>
            <a:pPr algn="just"/>
            <a:endParaRPr lang="ru-RU" sz="1400" b="0" i="0" dirty="0">
              <a:solidFill>
                <a:srgbClr val="000000"/>
              </a:solidFill>
              <a:effectLst/>
              <a:latin typeface="Noto Serif" panose="02020502060505020204" pitchFamily="18"/>
            </a:endParaRPr>
          </a:p>
          <a:p>
            <a:pPr algn="just"/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    На данный момент члены движения могут принимать участие в инициативах по следующим направлениям: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образование и знания;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наука и технологии;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труд, профессия и свое дело;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культура и искусство;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волонтерство и добровольчество;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патриотизм и историческая память;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спорт.</a:t>
            </a:r>
          </a:p>
          <a:p>
            <a:pPr algn="just"/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    Любой ребенок или подросток, обучающийся по программам начального общего, среднего профессионального и высшего образования, может стать участником движения, подав сам или с помощью родителей заявку на сайте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Noto Serif" panose="02020502060505020204" pitchFamily="18"/>
              </a:rPr>
              <a:t>будьвдвижении.рф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Noto Serif" panose="02020502060505020204" pitchFamily="18"/>
              </a:rPr>
              <a:t>. На портале также можно узнать об актуальных инициативах объединения.</a:t>
            </a:r>
          </a:p>
          <a:p>
            <a:pPr algn="just"/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950404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B742A8-AF1C-4225-9AEE-384EC078E06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988"/>
            <a:ext cx="4902200" cy="34559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0F03B2-38CC-4FC3-BDDD-11009A5989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708" y="54169"/>
            <a:ext cx="4499992" cy="3374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Заголовок 11">
            <a:extLst>
              <a:ext uri="{FF2B5EF4-FFF2-40B4-BE49-F238E27FC236}">
                <a16:creationId xmlns:a16="http://schemas.microsoft.com/office/drawing/2014/main" id="{8EBD9029-1DB5-4B42-B341-108574EF1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7784" y="3933056"/>
            <a:ext cx="3488432" cy="694928"/>
          </a:xfrm>
        </p:spPr>
        <p:txBody>
          <a:bodyPr/>
          <a:lstStyle/>
          <a:p>
            <a:r>
              <a:rPr lang="ru-RU" dirty="0">
                <a:hlinkClick r:id="rId4"/>
              </a:rPr>
              <a:t>Движение Первых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1495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280F2-74D0-42BE-BBA4-3516F4BE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Юноармия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BDFDAA-3871-46F7-B8E1-CECF2A10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070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44" y="25695"/>
            <a:ext cx="8821644" cy="811017"/>
          </a:xfrm>
        </p:spPr>
        <p:txBody>
          <a:bodyPr>
            <a:normAutofit/>
          </a:bodyPr>
          <a:lstStyle/>
          <a:p>
            <a:r>
              <a:rPr lang="ru-RU" dirty="0"/>
              <a:t>Итоги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35741" y="1216322"/>
            <a:ext cx="8472518" cy="4425355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/>
              <a:t>		По итогу можем смело заявить, что на данный момент молодежная политика становится все популярней, сильней и более готовой. </a:t>
            </a:r>
          </a:p>
          <a:p>
            <a:pPr algn="just">
              <a:buNone/>
            </a:pPr>
            <a:r>
              <a:rPr lang="ru-RU" dirty="0"/>
              <a:t>		Молодежь все чаще принимают важные решения, которые вносят немалый вклад в общество.</a:t>
            </a:r>
          </a:p>
        </p:txBody>
      </p:sp>
    </p:spTree>
    <p:extLst>
      <p:ext uri="{BB962C8B-B14F-4D97-AF65-F5344CB8AC3E}">
        <p14:creationId xmlns:p14="http://schemas.microsoft.com/office/powerpoint/2010/main" val="25260576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693</Words>
  <Application>Microsoft Office PowerPoint</Application>
  <PresentationFormat>Экран (4:3)</PresentationFormat>
  <Paragraphs>59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Fira Sans</vt:lpstr>
      <vt:lpstr>Noto Serif</vt:lpstr>
      <vt:lpstr>Times New Roman</vt:lpstr>
      <vt:lpstr>Тема Office</vt:lpstr>
      <vt:lpstr>Молодежная политика в России</vt:lpstr>
      <vt:lpstr>Что это такое на официальном уровне?</vt:lpstr>
      <vt:lpstr>Презентация PowerPoint</vt:lpstr>
      <vt:lpstr>Презентация PowerPoint</vt:lpstr>
      <vt:lpstr>Немного важной статистики</vt:lpstr>
      <vt:lpstr>Проекты</vt:lpstr>
      <vt:lpstr>Вработе</vt:lpstr>
      <vt:lpstr>Презентация PowerPoint</vt:lpstr>
      <vt:lpstr>Движение первых</vt:lpstr>
      <vt:lpstr>Что дает участие в «Движении Первых</vt:lpstr>
      <vt:lpstr>Презентация PowerPoint</vt:lpstr>
      <vt:lpstr>Юноармия</vt:lpstr>
      <vt:lpstr>Итоги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Молодежная политика в России</dc:title>
  <dc:creator>Slava</dc:creator>
  <cp:lastModifiedBy>coteica3555@gmail.com</cp:lastModifiedBy>
  <cp:revision>24</cp:revision>
  <dcterms:created xsi:type="dcterms:W3CDTF">2023-09-24T19:12:25Z</dcterms:created>
  <dcterms:modified xsi:type="dcterms:W3CDTF">2023-11-12T12:47:43Z</dcterms:modified>
</cp:coreProperties>
</file>
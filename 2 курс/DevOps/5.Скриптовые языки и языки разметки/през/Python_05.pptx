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4"/>
  </p:notesMasterIdLst>
  <p:sldIdLst>
    <p:sldId id="328" r:id="rId2"/>
    <p:sldId id="744" r:id="rId3"/>
    <p:sldId id="623" r:id="rId4"/>
    <p:sldId id="746" r:id="rId5"/>
    <p:sldId id="745" r:id="rId6"/>
    <p:sldId id="735" r:id="rId7"/>
    <p:sldId id="736" r:id="rId8"/>
    <p:sldId id="737" r:id="rId9"/>
    <p:sldId id="738" r:id="rId10"/>
    <p:sldId id="739" r:id="rId11"/>
    <p:sldId id="740" r:id="rId12"/>
    <p:sldId id="741" r:id="rId13"/>
    <p:sldId id="742" r:id="rId14"/>
    <p:sldId id="743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9" r:id="rId27"/>
    <p:sldId id="268" r:id="rId28"/>
    <p:sldId id="270" r:id="rId29"/>
    <p:sldId id="271" r:id="rId30"/>
    <p:sldId id="272" r:id="rId31"/>
    <p:sldId id="273" r:id="rId32"/>
    <p:sldId id="274" r:id="rId33"/>
    <p:sldId id="275" r:id="rId34"/>
    <p:sldId id="277" r:id="rId35"/>
    <p:sldId id="278" r:id="rId36"/>
    <p:sldId id="279" r:id="rId37"/>
    <p:sldId id="280" r:id="rId38"/>
    <p:sldId id="281" r:id="rId39"/>
    <p:sldId id="282" r:id="rId40"/>
    <p:sldId id="284" r:id="rId41"/>
    <p:sldId id="283" r:id="rId42"/>
    <p:sldId id="286" r:id="rId43"/>
    <p:sldId id="287" r:id="rId44"/>
    <p:sldId id="285" r:id="rId45"/>
    <p:sldId id="289" r:id="rId46"/>
    <p:sldId id="290" r:id="rId47"/>
    <p:sldId id="291" r:id="rId48"/>
    <p:sldId id="288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292" r:id="rId58"/>
    <p:sldId id="301" r:id="rId59"/>
    <p:sldId id="302" r:id="rId60"/>
    <p:sldId id="303" r:id="rId61"/>
    <p:sldId id="305" r:id="rId62"/>
    <p:sldId id="308" r:id="rId63"/>
    <p:sldId id="309" r:id="rId64"/>
    <p:sldId id="307" r:id="rId65"/>
    <p:sldId id="311" r:id="rId66"/>
    <p:sldId id="310" r:id="rId67"/>
    <p:sldId id="313" r:id="rId68"/>
    <p:sldId id="314" r:id="rId69"/>
    <p:sldId id="315" r:id="rId70"/>
    <p:sldId id="316" r:id="rId71"/>
    <p:sldId id="312" r:id="rId72"/>
    <p:sldId id="318" r:id="rId73"/>
    <p:sldId id="319" r:id="rId74"/>
    <p:sldId id="320" r:id="rId75"/>
    <p:sldId id="321" r:id="rId76"/>
    <p:sldId id="317" r:id="rId77"/>
    <p:sldId id="323" r:id="rId78"/>
    <p:sldId id="322" r:id="rId79"/>
    <p:sldId id="324" r:id="rId80"/>
    <p:sldId id="325" r:id="rId81"/>
    <p:sldId id="326" r:id="rId82"/>
    <p:sldId id="327" r:id="rId83"/>
  </p:sldIdLst>
  <p:sldSz cx="12192000" cy="6858000"/>
  <p:notesSz cx="6858000" cy="9144000"/>
  <p:embeddedFontLst>
    <p:embeddedFont>
      <p:font typeface="맑은 고딕" panose="020B0503020000020004" pitchFamily="34" charset="-127"/>
      <p:regular r:id="rId85"/>
      <p:bold r:id="rId86"/>
    </p:embeddedFont>
    <p:embeddedFont>
      <p:font typeface="Cambria" panose="02040503050406030204" pitchFamily="18" charset="0"/>
      <p:regular r:id="rId87"/>
      <p:bold r:id="rId88"/>
      <p:italic r:id="rId89"/>
      <p:boldItalic r:id="rId90"/>
    </p:embeddedFont>
    <p:embeddedFont>
      <p:font typeface="IBM Plex Mono" panose="020B0509050203000203" pitchFamily="49" charset="-52"/>
      <p:regular r:id="rId91"/>
      <p:bold r:id="rId92"/>
      <p:italic r:id="rId93"/>
      <p:boldItalic r:id="rId94"/>
    </p:embeddedFont>
    <p:embeddedFont>
      <p:font typeface="JetBrains Mono" panose="020B0604020202020204" charset="0"/>
      <p:regular r:id="rId95"/>
      <p:bold r:id="rId96"/>
      <p:italic r:id="rId97"/>
      <p:boldItalic r:id="rId98"/>
    </p:embeddedFont>
    <p:embeddedFont>
      <p:font typeface="Press Start 2P" panose="020B0604020202020204" charset="0"/>
      <p:regular r:id="rId99"/>
      <p:bold r:id="rId100"/>
      <p:italic r:id="rId101"/>
      <p:boldItalic r:id="rId102"/>
    </p:embeddedFont>
    <p:embeddedFont>
      <p:font typeface="VT323" panose="020B0604020202020204" charset="0"/>
      <p:regular r:id="rId10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38A"/>
    <a:srgbClr val="ED395F"/>
    <a:srgbClr val="F1F1F1"/>
    <a:srgbClr val="303938"/>
    <a:srgbClr val="F9824C"/>
    <a:srgbClr val="F1F2F3"/>
    <a:srgbClr val="303638"/>
    <a:srgbClr val="45C3FC"/>
    <a:srgbClr val="1F68F8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3" autoAdjust="0"/>
    <p:restoredTop sz="96283" autoAdjust="0"/>
  </p:normalViewPr>
  <p:slideViewPr>
    <p:cSldViewPr snapToGrid="0">
      <p:cViewPr varScale="1">
        <p:scale>
          <a:sx n="107" d="100"/>
          <a:sy n="107" d="100"/>
        </p:scale>
        <p:origin x="34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8.fntdata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font" Target="fonts/font15.fntdata"/><Relationship Id="rId10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3.fntdata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6.fntdata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font" Target="fonts/font14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2:39:54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6017 24575,'17'10'0,"14"12"0,30 16 0,-18-14 0,6 1 0,15 4 0,5 0 0,15 3 0,4-2 0,-24-9 0,2 0 0,2-1-318,7 2 1,2 0 0,0-1 317,0-1 0,1 0 0,-1-2 0,1 1 0,0-2 0,-1 0 0,-1-2 0,-1 0 0,0-1 0,-5-3 0,0-1 0,0 0 0,0-1 0,1 0 0,-1-1 0,0-1 0,0-1 0,2 0 0,7 0 0,2 0 0,2 0 0,13 2 0,2 0 0,3 0-454,-19-2 1,3-1 0,0 0 0,2 0 453,8 0 0,2 0 0,1-1 0,-1-1 0,0 1 0,0-1 0,-1-1 0,1 0 0,-2-2 0,1 0 0,-1-1 0,0 0 0,-1 0 0,-1-1 0,-1 0 0,0-1 0,-3 1 0,-1-2 0,0 0 0,0 0 0,1-2 0,1-1 0,-1-1 0,0 0 0,-6 0 0,0-2 0,-1 1 0,0-2-364,1-1 0,1-1 0,0-1 0,-1-1 364,-1 0 0,-1-1 0,0 0 0,0-1 0,-1-1 0,1 1 0,-1-1 0,2-1 0,6-1 0,1-1 0,0 0 0,0 0-433,0 0 1,-1 0 0,1-1-1,1-1 433,4-1 0,1-2 0,0 0 0,1-2 0,-19 6 0,1-2 0,-1 0 0,0-1 0,0 0 0,17-8 0,-1 0 0,0-2 0,-1 0 0,0-2 0,0-1 0,-1-1 0,-2 0 0,-7 2 0,0 0 0,-2-1 0,-2 0-98,-5 0 0,-1 0 1,-3 0-1,0-1 98,14-10 0,-2-1 0,-3-1 0,-7 2 0,-2-1 0,-2-1 425,-4 1 0,-2-1 1,-3-1-426,-7 4 0,-2 0 0,-2-1 0,16-23 0,-4-1 690,-10 4 1,-5-2-691,-7 4 0,-5-1 999,-4 2 1,-5-1-1000,-6 5 0,-2 0 611,-2 1 0,-2 1-611,1-1 0,-1-1 232,1-4 0,0-2-232,0-8 0,0-2 0,-2-4 0,-2-1 0,0-7 0,-3-2 0,0 0 0,-3 0 0,-2 0 0,-2-2 0,0 26 0,-1-1 0,-2 1-169,0-1 1,-2 0 0,-1-1 168,-3-4 0,-2-1 0,-2-1 0,-1-2 0,-1 0 0,-3 0 0,-1 0 0,-2 1 0,0-1 0,-2 1 0,-1-1 0,-1 2 0,1 6 0,-1 2 0,-2 1 0,-1 0 0,-2 2 0,-1 1 0,-2 0 0,0 1 0,-3 0 0,-1-1 0,-2 0 0,0 1 0,-3-1 0,-1 0 0,-1 3 0,-16-20 0,0 6 0,3 11 0,0 8 0,6 11 0,-1 7 0,4 7 0,-1 3 0,-1 0 0,-2 2 0,2 2 0,-2 2 0,1 2 0,0 2 252,1 4 1,1 3-253,0 2 0,-1 3 0,1 1 0,1 2 0,-49 0 0,48 4 0,-2 0 0,1 2 0,0 2 0,-6 2 0,-1 4 0,-3 2 0,-1 3 0,1 2 0,1 2 0,-1 2 0,0 0 0,5 0 0,1 0 0,3 1 0,1 0 0,2 0 0,2 1 0,-39 21 0,5 1 0,9-3 0,6 0 0,4 0 0,8 0 0,2 2 0,4 2 0,4 3 0,3 0 0,6 0 0,1 1 0,5-4 0,5-7 0,5-9 0,8-10 0,1-5 0,2-2 0,1 0 0,0 1 0,0 0 0,-1 3 0,1-1 0,0-3 0,3-4 0,3-4 0,0-1 0,0 3 0,-2 2 0,0 0 0,0-4 0,2-2 0,-1-1 0,0 0 0,0 1 0,1-5 0,-1-10 0,-1-14 0,0-17 0,-1-11 0,0-7 0,1 4 0,0 7 0,2 12 0,1 15 0,1 13 0,0 10 0,0 10 0,0 8 0,2 6 0,0 3 0,2 3 0,0 0 0,0-2 0,0-3 0,0-4 0,-1-1 0,0 0 0,-2 5 0,1 4 0,0 0 0,0-4 0,0-9 0,0-9 0,4-5 0,4-6 0,6-2 0,2-3 0,1 0 0,1-1 0,6-3 0,3-3 0,2 0 0,-1 0 0,-4 4 0,-5 3 0,-1 0 0,-1 0 0,1 0 0,0 1 0,-1 2 0,-5 0 0,-3 2 0,-3 0 0,0-2 0,0 0 0,3-1 0,-1 0 0,-8 5 0,0-2 0,-8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2:56:01.6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9863 24575,'-10'-2'0,"2"-1"0,1 0 0,1-1 0,-1 0 0,0 0 0,-1-1 0,1 0 0,2 1 0,-1-1 0,1-2 0,-1-1 0,-1 1 0,1 0 0,1 2 0,2 1 0,2-1 0,-2-4 0,0-1 0,-1-4 0,-1-1 0,2-2 0,0-1 0,0 0 0,2 1 0,-1 2 0,1 1 0,-1 3 0,0 2 0,2 1 0,-1-1 0,1-1 0,0-3 0,0-2 0,-1-1 0,0-1 0,-1-2 0,-1 0 0,-1 0 0,1 0 0,0 1 0,0 1 0,0 1 0,0-1 0,0-1 0,2 0 0,-1-1 0,0 1 0,1 1 0,0 0 0,0-1 0,0-1 0,0-3 0,0 0 0,0 0 0,0 2 0,1 1 0,0 1 0,0 0 0,0 2 0,0 1 0,0 2 0,-1-3 0,0-4 0,0-5 0,1-2 0,0-3 0,0 0 0,1-1 0,0-3 0,0 2 0,-1 5 0,0 6 0,0 5 0,2 4 0,-2 5 0,2 2 0,-2 1 0,0-1 0,0-7 0,2-10 0,1-13 0,1-14 0,0-12 0,0-8 0,0-4 0,-2 4 0,-1 8 0,-1 13 0,0 13 0,0 12 0,0 11 0,1 7 0,0 1 0,0 0 0,0-2 0,-1-3 0,0-4 0,2-5 0,-1-5 0,1-3 0,-1 0 0,-1 2 0,0 6 0,0 6 0,0 5 0,0 3 0,0 0 0,0 0 0,0 1 0,0 1 0,0 0 0,0-1 0,0 0 0,0-1 0,0 1 0,0 0 0,0 2 0,0-4 0,1-6 0,1-10 0,-1-7 0,1-5 0,0-3 0,-1-1 0,0-1 0,1 4 0,-1 8 0,0 3 0,-1 4 0,1 3 0,0 2 0,0 4 0,1 0 0,-1-1 0,1-4 0,-1-4 0,1-4 0,-1-4 0,0 0 0,0 0 0,0-1 0,0 11 0,-1-5 0,0 6 0,0-4 0,0-4 0,-1-2 0,0-6 0,0-12 0,1-10 0,0-13 0,0-9 0,0-8 0,1-1 0,0 3 0,0 5 0,0 9 0,0 5 0,-1 4 0,0-1 0,0-1 0,0-3 0,0 0 0,1-2 0,2-3 0,-1 2 0,-1 2 0,0 8 0,-1 9 0,1 8 0,0 10 0,0 3 0,0 4 0,0 0 0,0-1 0,-1-1 0,0-1 0,0-1 0,0 0 0,0-1 0,0 1 0,0 3 0,0 0 0,0-2 0,0 0 0,0 0 0,0-1 0,1-1 0,0 0 0,0-5 0,-1 1 0,1 4 0,-1 3 0,0 5 0,0 3 0,0 5 0,0 3 0,0 2 0,0 2 0,1-2 0,0-2 0,1-8 0,-1-4 0,0-6 0,1-7 0,0-8 0,1-6 0,-1-9 0,1-7 0,-1-1 0,-1 0 0,0 8 0,0 9 0,0 8 0,0 9 0,-1 5 0,0 6 0,0 4 0,0 2 0,0 1 0,1 0 0,0 0 0,0-1 0,0-1 0,-1-1 0,0-1 0,1 2 0,0 3 0,-1 3 0,1 2 0,-1-2 0,0-1 0,0-3 0,1-5 0,0-3 0,1-4 0,-1-5 0,0-3 0,0-1 0,-1-1 0,0-1 0,0 1 0,0-1 0,1 4 0,0 0 0,0 1 0,0 1 0,0 0 0,-1 2 0,1 1 0,-1 2 0,0 1 0,0 0 0,0 1 0,2-5 0,-2 13 0,2-9 0,-2 11 0,0-7 0,0-2 0,1 2 0,0 0 0,0-1 0,-1-3 0,0-3 0,-1-5 0,0-2 0,0-4 0,0-2 0,1-2 0,0-2 0,-1-2 0,0-1 0,0 2 0,0 2 0,0 4 0,1 2 0,-1 2 0,0 2 0,0 0 0,1 1 0,0 2 0,0 1 0,0 0 0,0 1 0,0-1 0,0-2 0,0-4 0,0-3 0,0-1 0,0 1 0,0 0 0,0 0 0,0-1 0,0-3 0,0 0 0,1 1 0,0 2 0,0 1 0,1-1 0,1-1 0,-2 3 0,1 3 0,0 3 0,-1 2 0,0 1 0,0-1 0,0 2 0,0 2 0,0-1 0,1 0 0,0-1 0,0 0 0,1 0 0,-1 1 0,0 0 0,-1 0 0,1 2 0,-1 2 0,0 3 0,-1 3 0,0 5 0,0 4 0,1 1 0,0 2 0,0 1 0,0-1 0,0-1 0,1 2 0,-1-2 0,0 2 0,0-2 0,-1 1 0,0-2 0,1-3 0,1-3 0,1-2 0,1-1 0,0-1 0,0-2 0,0-2 0,2-4 0,2-3 0,2-2 0,0-1 0,0 1 0,-1 3 0,-1 2 0,-1 3 0,0 1 0,0 0 0,2 0 0,-1-1 0,-2 4 0,0 1 0,0 1 0,1 0 0,1 0 0,-2 3 0,-3 4 0,-1 4 0,0 1 0,3 0 0,3-1 0,1-1 0,2-2 0,-6 3 0,0 0 0,-4 3 0,1-1 0,2 1 0,2 0 0,0-1 0,0 0 0,-2 1 0,1-1 0,-1 0 0,0 1 0,0 0 0,3 0 0,0-1 0,1 0 0,0 1 0,3-2 0,4 1 0,4-2 0,-1 2 0,4-2 0,-1-2 0,2 0 0,-3 1 0,-4 0 0,-4 1 0,-6 1 0,0 1 0,-4 2 0,3-1 0,4-1 0,4-1 0,2 1 0,-2 0 0,-3 0 0,1 1 0,0-1 0,-1 1 0,-2 1 0,-4 0 0,0 0 0,3-1 0,4 0 0,3 0 0,3-1 0,-2 1 0,-2 1 0,-2-1 0,-2 1 0,2 0 0,1 0 0,3 0 0,1 0 0,2-1 0,-1 0 0,0 1 0,0-1 0,3 1 0,3-1 0,3 1 0,3-2 0,1 0 0,1 0 0,0-1 0,-2 1 0,-3 1 0,-3 1 0,-5 0 0,-2-1 0,1 1 0,4-1 0,4 0 0,4 0 0,-3 1 0,-2 0 0,-2 0 0,-3 0 0,1 0 0,0 0 0,1 0 0,-1 0 0,-2-2 0,-1 0 0,0-1 0,0 0 0,1 1 0,-1 0 0,0 0 0,-1 1 0,-2-1 0,0 1 0,2 0 0,6-1 0,6 0 0,4 1 0,0-1 0,-3 1 0,-2 0 0,-1 0 0,-1 0 0,0 0 0,-3 2 0,2 0 0,2 2 0,6 1 0,4-2 0,0 0 0,-3-1 0,-4-1 0,-4-1 0,1 0 0,-3 0 0,-1 0 0,-2 0 0,-2 0 0,3-1 0,1 1 0,5-2 0,2 0 0,-2 0 0,-1 0 0,-2 1 0,1 1 0,2 0 0,0 0 0,-4 0 0,-3 1 0,-1 0 0,5 0 0,5-2 0,1 0 0,1-3 0,-2 1 0,-1-1 0,-2 1 0,-3 1 0,-2 1 0,1 0 0,1 1 0,5-1 0,4 1 0,4 0 0,2 0 0,2 0 0,2 0 0,1 2 0,-1 0 0,-1 0 0,-3 0 0,2 2 0,4-1 0,2 0 0,0 0 0,-5-1 0,-3 0 0,-5-1 0,-5 1 0,-5 0 0,-4 0 0,3-1 0,5-1 0,6 0 0,3 0 0,6 2 0,4-1 0,7 2 0,7-2 0,-3 0 0,-6 0 0,-10 0 0,-8 0 0,-2 0 0,1-2 0,2 0 0,4-2 0,1 0 0,0 1 0,3 0 0,4 1 0,4-1 0,-1 0 0,-5 1 0,-7 0 0,0 1 0,2-4 0,2-2 0,-1 1 0,-5 0 0,0 3 0,2 0 0,4 0 0,-1 1 0,-4 1 0,-4 0 0,-2 0 0,1 0 0,3 0 0,2-1 0,-1-1 0,-3 1 0,0 0 0,1 1 0,5 1 0,0 1 0,2 0 0,0 2 0,6 0 0,4 1 0,-1-1 0,-2 0 0,-7-2 0,-2-1 0,0-1 0,2 0 0,2 0 0,0 1 0,4 2 0,-1 1 0,1 1 0,-5-1 0,-5-1 0,-5 0 0,6 0 0,5 1 0,7 0 0,-1 0 0,-9-2 0,-7 0 0,-9 0 0,-2 0 0,-1 0 0,-2 0 0,-1-1 0,0 0 0,2 0 0,2 0 0,2 0 0,-2 0 0,-5-1 0,-2 0 0,-3 0 0,-2 0 0,0-1 0,-1 0 0,-1 0 0,-1-1 0,2 0 0,-1-1 0,0 1 0,-2 0 0,0 0 0,-2 0 0,-1 0 0,-1 1 0,0 0 0,0 0 0,0 1 0,0-3 0,0 1 0,-1-1 0,2-1 0,0 0 0,-1 1 0,-1 0 0,0 0 0,0 2 0,0-2 0,1 2 0,0-3 0,1 0 0,1-2 0,-2-2 0,1-1 0,0-2 0,0-1 0,1-2 0,0-2 0,0-2 0,0 1 0,0 1 0,-1 4 0,-1 4 0,0 3 0,0 0 0,0 0 0,0 1 0,-1 1 0,1 1 0,0-3 0,1-2 0,-1-3 0,0-1 0,0-1 0,0 0 0,0 0 0,0 2 0,0 0 0,0 0 0,0-2 0,-1-1 0,0-1 0,1-2 0,0-1 0,0 1 0,0 3 0,-1 2 0,0 3 0,0-3 0,0-1 0,1-3 0,0-1 0,0 4 0,-1 3 0,1 2 0,0 1 0,0 0 0,0-2 0,0 2 0,-1 2 0,1 1 0,-1-2 0,0 0 0,0 0 0,0 0 0,0 1 0,0 0 0,-1-2 0,1 0 0,-1-1 0,0 3 0,-1 5 0,-1 6 0,-1 5 0,-1 0 0,2-1 0,1-3 0,1-1 0,0-2 0,-1 1 0,1 1 0,-1 2 0,-1 1 0,1 2 0,-1-2 0,2 0 0,0-5 0,0 1 0,-2-1 0,0 2 0,-1-1 0,1 1 0,1 0 0,0 4 0,0 4 0,1-5 0,-1 0 0,2-5 0,0 0 0,0 0 0,0-1 0,-2 0 0,0 2 0,-1-1 0,1 0 0,0 0 0,-1 1 0,-3 4 0,-1 3 0,0-3 0,2-2 0,2-3 0,1-1 0,-2 4 0,-2 3 0,-1 2 0,1-1 0,-2-2 0,0-1 0,-1 2 0,-1 1 0,0 0 0,2-1 0,1-1 0,3-6 0,2-4 0,2-6 0,1-4 0,2-2 0,2-4 0,2-1 0,0-2 0,0 1 0,0 1 0,0 2 0,0 2 0,-1-1 0,-1 1 0,-1-1 0,-1 0 0,1-1 0,-1-1 0,1 1 0,-1 0 0,0 3 0,-1 3 0,-1 1 0,0 3 0,0 0 0,0 1 0,0-1 0,1 1 0,-1 1 0,0 0 0,1 0 0,-1 1 0,3-1 0,-3 1 0,2 1 0,-1 0 0,-1 0 0,2 1 0,1-1 0,1 1 0,1 1 0,2 0 0,0-1 0,2 0 0,-1 0 0,-1 0 0,-1 0 0,-2 0 0,-1 2 0,0 5 0,1 2 0,3 5 0,2 1 0,1 3 0,0 0 0,-1-1 0,-2-1 0,-1-2 0,-1-3 0,-1-1 0,-1-1 0,0 0 0,0 1 0,2 1 0,-1-1 0,2 0 0,-1-1 0,-1 0 0,2-1 0,0 1 0,1 1 0,1-2 0,-1 0 0,-2-2 0,-1 0 0,1-1 0,-1 1 0,2-1 0,-1 0 0,-3-1 0,0-1 0,-1 0 0,-1 2 0,1-1 0,-1 1 0,1 0 0,-1-1 0,0-1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2:56:54.9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609 9419 24575,'-13'-1'0,"-1"-1"0,-3-2 0,0 1 0,-1-1 0,0 2 0,0-1 0,0 1 0,1-1 0,1 0 0,1 0 0,-1-1 0,3 0 0,1 1 0,2 0 0,2-1 0,-1-2 0,0-2 0,-2-1 0,-1-4 0,0-2 0,0-2 0,2 0 0,0 2 0,1 1 0,2 3 0,0 1 0,0 1 0,1 2 0,0 0 0,0-1 0,-2-1 0,0-3 0,-1-2 0,0-1 0,0 1 0,1-1 0,1 0 0,0-1 0,1 1 0,2 2 0,1-4 0,2 6 0,-1-12 0,1 3 0,0-9 0,1-4 0,0 0 0,0-4 0,0-3 0,0 0 0,0 0 0,0 4 0,0 3 0,0 4 0,0 3 0,0 2 0,0 3 0,0 1 0,0 1 0,0 1 0,0-1 0,0-1 0,1-2 0,0 0 0,0-2 0,0 1 0,1-2 0,-1-1 0,0-1 0,0 2 0,-1 1 0,0 2 0,0 1 0,0 1 0,0-1 0,0 0 0,-2-1 0,0 1 0,-1-2 0,0 1 0,1 1 0,-2 1 0,0-1 0,0-1 0,1 0 0,-1 1 0,2 2 0,0 2 0,0 2 0,0 1 0,0 3 0,1 1 0,-1 2 0,1 1 0,1 1 0,0-1 0,0-4 0,0-6 0,0-7 0,-1-7 0,0-5 0,0-3 0,0 0 0,1 4 0,0 10 0,0 10 0,0 7 0,0 2 0,0-1 0,1 0 0,0 1 0,-1 2 0,1 0 0,-1 2 0,0 0 0,-1 0 0,0 0 0,0-1 0,1 1 0,0-1 0,0 1 0,0-2 0,-1-1 0,0-3 0,0 2 0,0 0 0,0 0 0,0 1 0,1-5 0,-1-5 0,0-7 0,0-4 0,0-4 0,1-1 0,0 2 0,0 3 0,1 5 0,0 0 0,1 1 0,0 3 0,0 4 0,0 3 0,-2 0 0,0-3 0,1-1 0,0 1 0,0 4 0,-1 2 0,0-6 0,0-4 0,0-3 0,0-2 0,0 5 0,0 2 0,0-1 0,0 2 0,1 1 0,0-2 0,0-4 0,0-5 0,-1-6 0,0-5 0,0-4 0,-1 0 0,-1 0 0,0 2 0,0 2 0,-1 2 0,1 3 0,-1 0 0,0 1 0,1-4 0,1-3 0,-1 1 0,0-9 0,-1-8 0,1-8 0,-1-3 0,2 11 0,1 12 0,0 10 0,1 2 0,1-1 0,0-8 0,0-1 0,-1-2 0,0 2 0,-2 4 0,0-2 0,0 0 0,-1-1 0,0 2 0,0 3 0,-2 5 0,2 0 0,-2-2 0,1-1 0,-1 0 0,0 1 0,0-6 0,-1-6 0,1-5 0,0 2 0,0 4 0,1 3 0,0 3 0,0-2 0,0 1 0,0 1 0,2 5 0,0 5 0,1 3 0,-1-1 0,0-7 0,0-8 0,0-8 0,0-6 0,-1-6 0,0-3 0,1-4 0,0 3 0,1 3 0,0 3 0,0 0 0,1-3 0,-1 1 0,0 1 0,0 4 0,-1-1 0,1-2 0,0-4 0,0-3 0,0 2 0,0-1 0,0 0 0,0-2 0,-1-1 0,0 1 0,-1 3 0,0 3 0,0-1 0,0 0 0,1-1 0,1 2 0,2-1 0,-1-1 0,-1-4 0,0-5 0,0 3 0,0 1 0,-1 5 0,0 1 0,0-3 0,-1 1 0,1 1 0,0 6 0,0 9 0,1 8 0,0 8 0,0 5 0,0 4 0,0 1 0,0 0 0,0-2 0,0 1 0,1 0 0,0 4 0,0 4 0,0 3 0,-1 3 0,0 1 0,0 1 0,0 0 0,0 1 0,0 1 0,0-3 0,0-1 0,0-3 0,0-5 0,0-4 0,1-2 0,0-6 0,0-6 0,0-5 0,0 0 0,1 6 0,0 3 0,-1 2 0,1 0 0,-1-1 0,0 1 0,0-3 0,1-7 0,-1-4 0,1-2 0,-1 0 0,0-1 0,0-3 0,0 1 0,0 4 0,0 2 0,0-1 0,-1-1 0,1-2 0,0 2 0,0 2 0,-1 4 0,1 1 0,-1 2 0,1-2 0,0-4 0,0 1 0,0 3 0,-1 3 0,1 0 0,0-3 0,1 0 0,-1 3 0,1 4 0,0 1 0,0 2 0,0 1 0,-1 2 0,1 2 0,0 2 0,-1 3 0,-1 1 0,0 3 0,0 0 0,0 1 0,0 3 0,0 2 0,0 0 0,0-1 0,0-2 0,1-2 0,0-5 0,0-2 0,2-3 0,-1-2 0,1-1 0,1 1 0,-1 2 0,-1 3 0,0 3 0,-1 2 0,1 2 0,0 0 0,0 0 0,1 0 0,0-1 0,1-1 0,0-3 0,1 0 0,0 0 0,-1 2 0,-1 3 0,-2 2 0,0 2 0,-1 2 0,0 0 0,1-2 0,2-2 0,1-4 0,3-2 0,0-1 0,0 1 0,-1 3 0,-1 1 0,-1 3 0,-2 1 0,0 2 0,-1 1 0,0-1 0,2-2 0,2-3 0,0 2 0,2-3 0,-2 3 0,1-2 0,0 0 0,-2 2 0,0 1 0,0 2 0,0 0 0,1 0 0,1 0 0,3-1 0,3-2 0,2 0 0,2-1 0,1 2 0,-1 0 0,-1 1 0,0 0 0,-2 1 0,-3 1 0,-3 0 0,-3 1 0,-1 0 0,2 0 0,2 0 0,3-1 0,-1 0 0,0 0 0,-3-1 0,-2 1 0,-2 0 0,0 1 0,1 0 0,0-1 0,0 0 0,1 0 0,1 1 0,1 0 0,3-1 0,2 0 0,2-1 0,2-1 0,0-1 0,4 0 0,1 1 0,0-1 0,-4 2 0,-4 0 0,-3 0 0,-3 1 0,1 0 0,1 0 0,3 0 0,1 0 0,0 0 0,0 0 0,-1 0 0,-1 0 0,0 0 0,0 0 0,1 0 0,2 1 0,2-1 0,2-1 0,1 1 0,-3 0 0,-1-1 0,-1 1 0,0 0 0,1-2 0,3 1 0,0-1 0,2 1 0,2-1 0,1 0 0,1-2 0,-1 1 0,-1 1 0,-1 1 0,-3 0 0,-3 1 0,-2-1 0,-1-1 0,1 1 0,1 0 0,2 1 0,1 0 0,1-1 0,0 0 0,1 0 0,1 0 0,3-1 0,3 1 0,3-1 0,3 1 0,3 0 0,6 0 0,3-1 0,1 1 0,-3 0 0,-5 0 0,-5 2 0,1-1 0,6 1 0,-13 0 0,10-1 0,-15 0 0,4 0 0,-2 0 0,0 0 0,6 0 0,4-2 0,4 0 0,2 1 0,1 0 0,-3 1 0,-3 1 0,-6 0 0,-3 0 0,-1 0 0,2 0 0,2-1 0,-1 0 0,-1-1 0,-4 0 0,0 2 0,1-1 0,2 1 0,4 0 0,3 0 0,3-1 0,2 0 0,6 0 0,5 0 0,6-1 0,1 1 0,-5 1 0,-3 0 0,-2 0 0,-1 0 0,-2 0 0,-7-1 0,-2 0 0,3 0 0,5 1 0,7-2 0,-2 1 0,-9 0 0,-7 0 0,-7 1 0,1 0 0,8 0 0,8-1 0,5 0 0,2 0 0,3 1 0,4 0 0,11 0 0,8-1 0,6 0 0,-4-1 0,-9-1 0,-13 0 0,-14 1 0,-6 1 0,-4 1 0,7-1 0,7-1 0,3 0 0,-1 1 0,-8 0 0,-5 1 0,-1 0 0,1 0 0,6 1 0,9 0 0,3 0 0,1 0 0,-4 0 0,-8 0 0,-4 0 0,-4-1 0,-3 0 0,0 0 0,3 0 0,3 0 0,3 1 0,3-1 0,-1 1 0,1 0 0,-3 0 0,-3-1 0,-1 0 0,1 0 0,3 0 0,1 0 0,-1-1 0,-4 0 0,-3 0 0,2 1 0,4 0 0,5 1 0,-3 1 0,-4-2 0,-8 1 0,-5-1 0,6 0 0,9 0 0,8 0 0,0 0 0,-6 0 0,1 0 0,-16 0 0,16 0 0,-13 0 0,2 0 0,-3 0 0,-8 0 0,2 0 0,3 1 0,0 0 0,-3 1 0,-2-1 0,0 0 0,1-1 0,1 0 0,-1 0 0,-2 0 0,-3 0 0,-2 0 0,-2 0 0,-1 0 0,1 0 0,1 0 0,1 0 0,-1 0 0,-4 0 0,-1 0 0,0 0 0,3 0 0,2-1 0,2 1 0,-2-1 0,-3 1 0,-1 2 0,0 3 0,2 2 0,0 2 0,1 3 0,-1 2 0,0 0 0,-1-3 0,-2-3 0,-1-4 0,-2-1 0,-1 0 0,1 1 0,0 1 0,1 0 0,-1-1 0,0-1 0,0-1 0,0 0 0,0 0 0,1 0 0,-1-1 0,-1 2 0,2 0 0,-1 2 0,0 1 0,1-1 0,-1 1 0,0-1 0,1 1 0,-1-1 0,-1-1 0,0-3 0,0 2 0,1 0 0,-1 2 0,1 0 0,1-1 0,-1 1 0,0-2 0,0 1 0,0 1 0,1 1 0,0 0 0,0 1 0,0 0 0,1 0 0,0 0 0,1 0 0,-2-2 0,1-2 0,-2-2 0,0 1 0,0 1 0,-1-1 0,0-1 0,-4-3 0,0-1 0,-2-2 0,1 1 0,-1 0 0,-1 0 0,0 0 0,-2-1 0,0-2 0,0 1 0,0 0 0,-2 1 0,1 2 0,0 0 0,2 1 0,1 0 0,-2 1 0,-1 0 0,-3 0 0,0 0 0,3 0 0,2-1 0,3 1 0,0 0 0,0-2 0,-2 2 0,0-1 0,3 1 0,1 0 0,1-1 0,-2 0 0,-2 0 0,2 0 0,2 0 0,11 2 0,6 0 0,9 4 0,8 2 0,3 2 0,4 1 0,-4-2 0,-8-1 0,-9-2 0,-7-1 0,-2-1 0,-2-1 0,0 1 0,-1-1 0,-1 0 0,0-1 0,3 1 0,0 1 0,0 0 0,1-1 0,-3 1 0,-1-2 0,-3 0 0,-1-2 0,0 1 0,0-3 0,0 0 0,0-2 0,1-2 0,1 0 0,-1-2 0,0 2 0,0-1 0,-2 5 0,1-1 0,0 1 0,1-3 0,0-2 0,-1-3 0,0 5 0,0 0 0,0 4 0,0 1 0,-1 0 0,0-1 0,0-1 0,1-2 0,0 0 0,1 0 0,-1 2 0,0 1 0,-1-1 0,2 0 0,-2 0 0,2-2 0,-2 2 0,1-1 0,0 0 0,1 1 0,2-3 0,-2 4 0,0-4 0,-1 5 0,0-2 0,0-2 0,-1 3 0,1-3 0,-1 6 0,-1 5 0,-1 8 0,0 6 0,-1 5 0,2-4 0,0-3 0,0-7 0,0-2 0,0-3 0,0 2 0,-1 1 0,0 3 0,-1 2 0,0-1 0,-1 0 0,0-2 0,1-1 0,-1 1 0,0-2 0,1-2 0,1-3 0,0-1 0,-1 1 0,-2 2 0,-3 2-6784,-2 1 6784,1-2 0,4-3 0,2-2 0,1 0 0,-1 0 0,1 0 0,-1 0 6784,-1-1-6784,1 0 0,0 0 0,1 0 0,0-1 0,1 0 0,1-1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2:58:20.3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10133 24575,'16'-12'0,"7"-3"0,9-4 0,5-1 0,1 0 0,-1 0 0,-2 0 0,-2-1 0,0-1 0,-3-1 0,0-2 0,1-2 0,2 0 0,2-2 0,0 2 0,0 1 0,1-1 0,0-1 0,1-4 0,-1-1 0,0 0 0,-1 1 0,-1-2 0,5-6 0,5-7 0,6-5 0,2 2 0,-4 4 0,-3 9 0,-4 4 0,1 3 0,2 2 0,4 2 0,2 2 0,2 6 0,2 3 0,-2 2 0,1-1 0,-4 0 0,-1 2 0,1 2 0,3 2 0,8 0 0,5-1 0,4 2 0,2 1 0,3 2 0,-3-1 0,0 0 0,-2-1 0,0-1 0,7 0 0,0 3 0,0 1 0,-4 1 0,-2 0 0,1-2 0,2-4 0,1-1 0,0 1 0,-1 1 0,1 1 0,5-3 0,1-1 0,0 0 0,-7 1 0,-6 2 0,1 1 0,4 1 0,7-1 0,2 0 0,0 1 0,-1-1 0,-1 0 0,5-2 0,3-4 0,-38 4 0,1 0 0,1-1 0,0 1 0,0-1 0,-1 1 0,45-6 0,-15 4 0,-6 1 0,-5 0 0,0 0 0,7-3 0,4-3 0,5-1 0,6-1 0,6-1 0,-45 9 0,2-1 0,4-2 0,1 1 0,3-2 0,2 1 0,6-1 0,1 1 0,4-1 0,2 0 0,6 1 0,1 0 0,3 1 0,1-1 0,1 1 0,-1 0 0,-4 0 0,-3 1 0,-12 0 0,-3 1 0,-8 0 0,-3 1 0,36-5 0,-7 3 0,0 2 0,0 4 0,-3 1 0,-6 3 0,-10 0 0,-12-1 0,-7 0 0,-6 0 0,-1 0 0,3 1 0,9-1 0,9 0 0,17-1 0,16-1 0,-40 0 0,2 1 0,8-1 0,2 1 0,3 0 0,1 0 0,6 0 0,2-1 0,2 0 0,-1-1 0,-3 0 0,-2-1 0,-4-1 0,-3 0 0,-7-1 0,-2 0 0,-5 0 0,0-1 0,-1 1 0,1-1 0,2 0 0,0 1 0,3 0 0,-1 1 0,1 1 0,-1 0 0,0 1 0,-2 1 0,39-2 0,-10 1 0,-12 0 0,-7-2 0,0-1 0,1-1 0,5-3 0,7-1 0,8-3 0,4 1 0,1-1 0,-3 2 0,-7-1 0,-3-1 0,-2 1 0,4-1 0,-1 2 0,0 1 0,-8 3 0,-7 1 0,-6-1 0,-6 0 0,1-2 0,2 0 0,10-3 0,8-3 0,3-2 0,2-2 0,2-2 0,8-1 0,1 0 0,1-1 0,-11 1 0,-9-1 0,-4 0 0,4-3 0,8-5 0,12-7 0,-39 17 0,1-1 0,1-1 0,2-1 0,2-2 0,2 0 0,0-1 0,0 0 0,1-1 0,0-1 0,-1 1 0,-1 0 0,-2 0 0,0-1 0,-1 1 0,-1-1 0,-1 0 0,-1 0 0,-3 2 0,-1-2 0,2-3 0,0-1 0,-1-1 0,0 0 0,-4 2 0,-1 0 0,0-2 0,-3 1 0,25-23 0,-7-2 0,2-6 0,-1-1 0,2-3 0,-2 0 0,2-2 0,-27 33 0,0 1 0,3-4 0,2-1 0,3-3 0,1 0 0,-1-2 0,-1-1 0,-1 1 0,-2-1 0,-3 4 0,-1 0 0,-3 3 0,0 0 0,23-35 0,-8 9 0,-10 12 0,-10 15 0,-8 11 0,-6 7 0,-2 5 0,-2 2 0,2-2 0,0 0 0,1-2 0,2-1 0,-1 2 0,-1 1 0,-1 1 0,-1 2 0,-2 2 0,0 3 0,-3 3 0,-1 2 0,-1 1 0,-1 1 0,0-1 0,1-2 0,2-3 0,2-1 0,0-1 0,0-1 0,0 0 0,0 0 0,1 0 0,-2 3 0,0 3 0,-4 3 0,0 0 0,0-2 0,1-1 0,-1-2 0,1 0 0,0-2 0,-1-3 0,-1-2 0,0-3 0,0-7 0,0-13 0,-3-24 0,1-15 0,0 21 0,0-4 0,0-10 0,-1-2 0,0-1 0,-1-1 0,0-2 0,-1 3 0,1 14 0,-2 2 0,1 5 0,0 2 0,-6-43 0,0 1 0,1 6 0,-5-3 0,-2-1 0,-3 3 0,-3-3 0,2 8 0,-3 2 0,-4-2 0,-7-5 0,14 40 0,-2 0 0,-2-4 0,-2 0 0,-3-5 0,-1 0 0,-3-1 0,0-1 0,-4-3 0,0 1 0,-2-1 0,0-1 0,-2-1 0,0 0 0,-1-2 0,0 0 0,-3-6 0,0-3 0,-3-4 0,-1-3 0,15 23 0,0 0 0,-2-1-208,-2-6 0,-1 0 1,0 0 207,0 0 0,-1 0 0,-1 0 0,-3-2 0,0 0 0,-1 2 0,2 3 0,-1 1 0,-1 2 0,2 4 0,0 2 0,0 2 0,-19-17 0,0 4 0,7 10 0,-1 4 0,4 6 0,1 4 0,4 5 0,1 4 0,2 3 0,0 3 0,-34-13 623,7 12-623,6 10 0,8 6 0,-1 0 0,-4-1 0,-18-2 0,31 7 0,-4 1 0,-9 0 0,-3 1 0,-6 1 0,-2 0 0,-3 2 0,-1-1 0,-3 0 0,-1 0 0,-2-2 0,-2 0 0,-3-1 0,0 0 0,0-1 0,0 1 0,0 0 0,2-1 0,5 2 0,2 0 0,4 1 0,2 0 0,7 1 0,3 0 0,3 0 0,1 1 0,-1-1 0,-1-1 0,-1 0 0,-1 0 0,-3-1 0,-1 1 0,1 0 0,0 0 0,4 0 0,1 0 0,3 1 0,2 0 0,2 1 0,2 1 0,2-1 0,0 2 0,-48 0 0,-1-1 0,5 0 0,39 0 0,-3-1 0,-7 0 0,-3 0 0,-9 0 0,-2 0 0,-8 0 0,0 0 0,-1 0 0,1 0 0,-1 0 0,0 0 0,21 1 0,-1 0 0,5 0 0,0 0 0,1 1 0,-26 1 0,0 1 0,28 1 0,0 1 0,-14 0 0,-3 1 0,-4 1 0,1-1 0,6 0 0,2-1 0,3 1 0,1-1 0,1-1 0,1 0 0,7 0 0,2 1 0,3-1 0,-1 0 0,0 0 0,-1 0 0,-5 1 0,-2 1 0,-9 1 0,-1 0 0,-8 0 0,-2 1 0,-2 0 0,0-1 0,4 0 0,2-1 0,9-1 0,4 0 0,11-1 0,2 0 0,-41 1 0,9 0 0,-4-1 0,-1 1 0,2 1 0,2-1 0,10 0 0,6-1 0,6 0 0,2 0 0,2 1 0,-2-1 0,-3 0 0,8-1 0,-6 1 0,1 2 0,4-1 0,-10 1 0,4-1 0,-5 0 0,-11 1 0,2-1 0,-2 0 0,-1 0 0,5 1 0,-1-2 0,4 2 0,4 1 0,0 1 0,0 3 0,-5 0 0,2-1 0,1 2 0,7-1 0,6 2 0,5 0 0,5 0 0,0 1 0,1 0 0,0 2 0,4 2 0,1 2 0,2 3 0,-1-1 0,0 0 0,2-2 0,0-1 0,0-1 0,-1 0 0,1-2 0,2-2 0,4-1 0,6-1 0,3-2 0,4-2 0,1-1 0,3-1 0,3-1 0,4-2 0,5 0 0,0-2 0,2 1 0,-2 1 0,-3 2 0,-5 5 0,-4 3 0,-5 4 0,0 1 0,-1 2 0,-1 0 0,0 2 0,-2 2 0,0 1 0,1 0 0,2-3 0,0-1 0,1-2 0,-2 2 0,1 0 0,5-3 0,6-5 0,4-6 0,3-3 0,-1 0 0,-3 1 0,-2 1 0,0 1 0,2-2 0,2-1 0,1-1 0,-1 0 0,0 2 0,2-1 0,0 0 0,1-2 0,-1 2 0,1 0 0,1-2 0,0 0 0,2-4 0,1-2 0,-1-4 0,0-4 0,-1-1 0,0 0 0,-1 2 0,0-1 0,0 0 0,0-3 0,0 0 0,0 0 0,0 2 0,1 2 0,1-1 0,-1-2 0,-1-2 0,-1 2 0,2 8 0,1 10 0,0 11 0,2 8 0,-1 3 0,1-1 0,1 1 0,-1 0 0,2-3 0,-1 1 0,1-3 0,-1 1 0,0-1 0,0-3 0,-1-7 0,-1-4 0,1-3 0,-1 0 0,2-1 0,1 0 0,4-1 0,5 0 0,6-1 0,3-1 0,0-2 0,-2 0 0,1-1 0,0 1 0,3 0 0,1 0 0,2-1 0,2 1 0,5-2 0,3 1 0,2 0 0,-1 0 0,-2 1 0,-1-2 0,-3 2 0,-5-1 0,-6 0 0,-11 3 0,-2-2 0,-4 2 0,-2 0 0,-6 0 0,-8 1 0,-9 0 0,-8 1 0,-4 1 0,0 0 0,2 0 0,1 1 0,-1-1 0,-2 0 0,-5-1 0,0-1 0,3 1 0,6 0 0,9 0 0,3 1 0,2 0 0,-3 0 0,-1-2 0,5 0 0,5 0 0,6 0 0,4 1 0,1 1 0,7 3 0,-5-2 0,5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2:59:04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1421 8649 24575,'-22'-3'0,"-4"-1"0,-9-2 0,-9 0 0,-8-1 0,-3 0 0,2 2 0,7 2 0,10 0 0,8 1 0,6-1 0,0 1 0,0-1 0,-2 1 0,0 0 0,0 0 0,0-1 0,1 1 0,1-1 0,1 0 0,1 0 0,0-1 0,-1 1 0,-1-1 0,0-1 0,0 0 0,2-2 0,-1-2 0,1-2 0,1-3 0,1-3 0,0-2 0,0-3 0,1 0 0,0-1 0,1 0 0,-3-2 0,-3-3 0,-1-1 0,2-1 0,6 3 0,5 2 0,3 1 0,2-4 0,1-2 0,0-7 0,-2-7 0,-2-4 0,0-3 0,1 4 0,2 8 0,2 5 0,1 3 0,0 0 0,1-3 0,0 0 0,0-4 0,-1-3 0,0-7 0,-1-3 0,1 2 0,1 0 0,1 4 0,-2-1 0,-1-5 0,-4-3 0,-4-5 0,-3-1 0,0 5 0,2 4 0,4 9 0,3 6 0,1 4 0,0 1 0,1-3 0,1-5 0,0-4 0,-1-4 0,0-4 0,-1-3 0,-3-5 0,-2-8 0,-2-8 0,-1-2 0,0-5 0,1 4 0,4 4 0,1 2 0,3 6 0,0 2 0,0 4 0,-1-1 0,2 4 0,0 1 0,0 0 0,2 1 0,0-4 0,0-2 0,0-4 0,0 0 0,0-2 0,0 4 0,0-2 0,0 1 0,0-1 0,0 0 0,1 7 0,1 5 0,0 4 0,-1 0 0,0 1 0,1 0 0,-1-2 0,0 0 0,-1-5 0,0 0 0,-1 1 0,0 3 0,1 3 0,1 1 0,2 0 0,1 1 0,-1 1 0,-1 1 0,-1 1 0,-1-2 0,2-2 0,0-5 0,0-1 0,-1-2 0,-1 0 0,0 4 0,0 1 0,1 5 0,0 2 0,-1 0 0,-1 4 0,-1 3 0,0 5 0,0 3 0,0 0 0,1-1 0,-1-1 0,1 0 0,-1 2 0,0 1 0,0-2 0,1-2 0,-1-2 0,0 0 0,1 2 0,-1 0 0,-1-2 0,-1-2 0,-1-1 0,0-3 0,1-3 0,0-8 0,0-5 0,0-3 0,0-1 0,0 2 0,0 2 0,1 6 0,0 9 0,2 9 0,0 10 0,0 6 0,0 6 0,1 4 0,-2 2 0,2 2 0,-2-2 0,2-1 0,0-3 0,0-1 0,-1 0 0,0-2 0,-1-3 0,0-6 0,0-10 0,-1-8 0,1-11 0,-2-9 0,1-4 0,-1-6 0,1 2 0,1 1 0,0 3 0,0 4 0,-1 3 0,0 3 0,0 7 0,1 5 0,0 8 0,1 5 0,0 6 0,1 3 0,0 3 0,0 0 0,0-1 0,-1-1 0,1-2 0,-1-2 0,0-1 0,0-2 0,1 0 0,1-2 0,0-1 0,0 1 0,0 0 0,1 1 0,0-2 0,0 0 0,0-2 0,-1 0 0,1-1 0,1-2 0,-1-1 0,1 1 0,0 2 0,0 5 0,0 5 0,0 5 0,0 4 0,-1 3 0,0 2 0,-1 1 0,1-2 0,1-1 0,3-2 0,2-2 0,2-1 0,0 0 0,0-1 0,0 0 0,-1 2 0,0 0 0,1 2 0,1-6 0,8-10 0,9-17 0,10-16 0,6-10 0,3-5 0,-4 5 0,-4 7 0,-5 10 0,-7 10 0,-4 9 0,-4 10 0,-5 9 0,-4 6 0,-2 4 0,-1 2 0,3-2 0,9 1 0,9 1 0,6 0 0,1 0 0,-3 0 0,-3 0 0,3 1 0,6-1 0,8 0 0,5 0 0,-1 0 0,-5 1 0,-5 0 0,5 0 0,5 0 0,12 1 0,4 0 0,-5 1 0,-11 0 0,-12-1 0,-4 0 0,6-1 0,11 1 0,9 0 0,4 0 0,0 0 0,-4-1 0,-3 0 0,0 0 0,1 1 0,1 1 0,0 0 0,-2 1 0,-1 0 0,1 1 0,5 2 0,2-2 0,-3 0 0,-2-1 0,-3 0 0,1 1 0,-2 1 0,2 0 0,0 0 0,4-1 0,4 1 0,-4-1 0,-1-1 0,-3 0 0,1 0 0,-2 0 0,-6 0 0,-10-1 0,-8-1 0,-2-1 0,1 0 0,4 0 0,0 1 0,1 1 0,3 0 0,8-1 0,8 1 0,5 0 0,-1-1 0,-6 0 0,-6 0 0,-2 0 0,1 0 0,3-1 0,4 1 0,4 0 0,-4 0 0,-6 0 0,-7-1 0,-5 0 0,-1 1 0,3 1 0,0 0 0,-1 0 0,1 0 0,0-1 0,3 0 0,-1-1 0,2 0 0,3 0 0,9 2 0,17-1 0,7 1 0,4 0 0,0 2 0,-2-1 0,2-2 0,4-1 0,-3 0 0,-8 1 0,-4 1 0,-6 1 0,0-1 0,-1 0 0,-4-1 0,-1 0 0,-6 0 0,-8-1 0,-8-1 0,-9 0 0,1 0 0,7 1 0,8 0 0,11 1 0,8 0 0,6 0 0,2 0 0,-3-1 0,-5 0 0,-6 0 0,3 0 0,6 1 0,12 0 0,6 0 0,-2-1 0,-7-1 0,-14 0 0,-3 1 0,-5 0 0,-5 0 0,-5 0 0,-10 0 0,-4 0 0,-3 0 0,3 0 0,1-1 0,2 1 0,-2-1 0,2 0 0,6 0 0,9 1 0,10 0 0,2 0 0,-4 0 0,-12-1 0,-10 0 0,-7 0 0,-1 1 0,1-1 0,-2 0 0,-1 1 0,-2-1 0,4 0 0,7 1 0,3 2 0,0-1 0,-5 1 0,-6 1 0,-1-1 0,3 2 0,4 2 0,4 2 0,-2 0 0,-4-2 0,-6-1 0,-5-1 0,-3 0 0,0 1 0,-2 2 0,2-1 0,1 2 0,2 0 0,1 0 0,0 2 0,1 1 0,1-1 0,-2 0 0,-2-2 0,-3-2 0,0-1 0,-1 0 0,1 0 0,-2-1 0,0 0 0,-1 0 0,1-1 0,0 2 0,-2 0 0,0 0 0,0 1 0,-4-3 0,4 2 0,-2-1 0,2 2 0,0-1 0,-2 0 0,-1 1 0,0 0 0,-1 1 0,0-1 0,-1 1 0,-1-1 0,1 1 0,-1 0 0,0-2 0,0 1 0,0 0 0,0 1 0,0-1 0,0 2 0,-1 1 0,1 2 0,-1-1 0,0-3 0,-1 1 0,0 0 0,0 1 0,0 0 0,0-2 0,0-3 0,0 0 0,1 0 0,0 1 0,3 8 0,4 7 0,2 4 0,2-1 0,-4-8 0,-2-9 0,-5-7 0,0-2 0,-1 0 0,0 0 0,-1 1 0,-1-2 0,-2-1 0,-1-2 0,1 0 0,1 0 0,0 2 0,0-1 0,-2-1 0,0-1 0,-4-2 0,-1 1 0,-3 1 0,-4 0 0,-2 2 0,-2 0 0,1 2 0,2 0 0,2 0 0,0-1 0,-2-1 0,-1-3 0,0 0 0,0 1 0,1 2 0,0 2 0,4 1 0,4 0 0,7 2 0,20 4 0,8 5 0,20 4 0,2 1 0,4-1 0,-1-1 0,-4-1 0,-11-2 0,-11-1 0,-15-4 0,-5 1 0,-4 0 0,0 0 0,0 1 0,0-1 0,0 0 0,0 2 0,0-3 0,0 2 0,0-3 0,-1 0 0,-1 0 0,0-1 0,1-5 0,2-3 0,0-6 0,2-4 0,0-1 0,-1-2 0,0 1 0,-1 0 0,0 2 0,0 3 0,0 2 0,-1 3 0,0 0 0,1-1 0,0-2 0,2-3 0,-1-1 0,-1 0 0,0 0 0,0 3 0,0-1 0,1 2 0,-1 1 0,0 3 0,0 3 0,-1 1 0,0 1 0,0 0 0,0 0 0,0-1 0,2 5 0,-1-3 0,1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2:59:27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8517 24575,'9'-7'0,"3"-4"0,4-6 0,1-2 0,0-1 0,-2 1 0,-1 3 0,-2 1 0,-3 3 0,-1 2 0,-1 0 0,0 2 0,0 1 0,1 0 0,1-1 0,0-1 0,2 0 0,0 1 0,0 1 0,-1 2 0,2-1 0,3-1 0,2 1 0,4 0 0,3 0 0,6 0 0,3 2 0,2 0 0,1 2 0,-2 0 0,-3 2 0,-1 0 0,-1 1 0,-2-1 0,1 2 0,-1 0 0,1 0 0,3-1 0,2 0 0,2 0 0,4-1 0,4-1 0,0 0 0,1 0 0,-2-1 0,3 1 0,3 0 0,5 0 0,6 1 0,0 0 0,0 0 0,-4 1 0,-6 1 0,-1 1 0,-4 0 0,2 0 0,6-1 0,6 0 0,-1-1 0,2 0 0,2 1 0,0 0 0,7 1 0,1 2 0,1-1 0,-2 0 0,-4-1 0,-9 0 0,-5 0 0,1-1 0,9 0 0,7 0 0,-1-1 0,-5 2 0,-10 0 0,-3 0 0,2 0 0,5-2 0,4 0 0,-4 1 0,0 1 0,-5 0 0,0-1 0,4 0 0,0-1 0,0 0 0,-5 0 0,-3-1 0,-4 0 0,3 0 0,4 0 0,7 1 0,6 0 0,2 0 0,-1 1 0,-3-1 0,0 1 0,-1-2 0,5 0 0,6 1 0,3 0 0,-1 1 0,-4 1 0,-2 0 0,0 0 0,3-1 0,6 0 0,8 1 0,6-1 0,0 1 0,-4-2 0,-8 0 0,-3-1 0,-3 0 0,-4-1 0,-4 0 0,1-2 0,3 0 0,10-1 0,7 0 0,11-2 0,-40 4 0,1-1 0,3 0 0,2 0 0,5 0 0,1-1 0,-1 0 0,-1 1 0,-2-1 0,-1 0 0,-3 0 0,-1 1 0,-6-1 0,-1 1 0,41-4 0,-12 0 0,-2-3 0,7-4 0,-34 5 0,2-1 0,6 1 0,1-1 0,5-1 0,1 1 0,-2 0 0,0-1 0,-5 2 0,-2-1 0,-2-1 0,-1 0 0,-4 1 0,0 0 0,43-10 0,-9 1 0,-8 1 0,-13 0 0,-7 1 0,-1-3 0,-4-4 0,5-6 0,3-7 0,4-4 0,5-4 0,4-2 0,3-3 0,0 2 0,-1 2 0,-3 5 0,-1 4 0,-1 1 0,0 1 0,-3-1 0,-2-2 0,-2 0 0,1-1 0,3 0 0,-2 3 0,-6 5 0,-12 8 0,-9 6 0,-8 4 0,-4 3 0,-1 1 0,-2 1 0,1 1 0,2-1 0,4-1 0,2-2 0,1-2 0,-2 1 0,-1 2 0,0 0 0,4-1 0,7-3 0,10-6 0,11-7 0,8-9 0,5-6 0,3-6 0,-7 6 0,10-7 0,5-1 0,-1 2 0,1-1 0,-15 8 0,-7 2 0,-1-1 0,2-3 0,-2 0 0,2-1 0,-2-1 0,-1-1 0,0 1 0,0-1 0,1 0 0,0 0 0,-1 0 0,-1 2 0,-1 1 0,4-3 0,9-7 0,4-3 0,-33 23 0,1 0 0,1-1 0,1-1 0,3-2 0,0 0 0,1-1 0,1-1 0,3 0 0,1-2 0,4-2 0,2-2 0,2 0 0,0-1 0,4-2 0,0-1 0,-3 1 0,0 1 0,-2 1 0,-1-1 0,-2 2 0,0 0 0,-2 2 0,-1-1 0,2-1 0,-1 0 0,-2 0 0,0 1 0,2-2 0,-1 0 0,-2 3 0,-2 0 0,-2 2 0,-3 1 0,-2 2 0,-3 0 0,31-28 0,-10 6 0,-6 8 0,-3 4 0,-1 3 0,-3 1 0,-4 3 0,-2 1 0,-2-1 0,0 0 0,2-4 0,-1-2 0,0-3 0,-3 1 0,-3 0 0,-2 2 0,0 0 0,-1-2 0,-2 1 0,-4-1 0,-5 2 0,0-3 0,0-1 0,0-4 0,0 0 0,-2 1 0,0-1 0,0 0 0,1 1 0,1-1 0,-1 2 0,-2 3 0,-1 1 0,-1 3 0,0 0 0,-1 0 0,-3 3 0,-3 3 0,-3 6 0,-2 3 0,-1 3 0,0 0 0,-1 0 0,0-2 0,1-2 0,-1-2 0,1-3 0,0-4 0,0-2 0,0-2 0,1-2 0,-1-2 0,1-4 0,-2-1 0,0 3 0,0 3 0,-2 5 0,0 4 0,-1 3 0,0 4 0,-1 2 0,-1 2 0,0 0 0,0-2 0,0-4 0,0-4 0,-3-1 0,-3-1 0,-3 2 0,0-1 0,1 2 0,-2 2 0,-2 0 0,-3-1 0,-5-3 0,-1-3 0,-3-1 0,1-2 0,-2-2 0,-3-1 0,-7-2 0,-2 1 0,-4 0 0,2 3 0,3 3 0,1 2 0,-2 1 0,-6 0 0,-2 4 0,-1 3 0,3 6 0,2 6 0,-2 2 0,-1 3 0,-2 3 0,2 3 0,2 3 0,5 1 0,2 1 0,1-1 0,-2 1 0,-2 1 0,0 0 0,-1 1 0,0 1 0,0-2 0,0 0 0,-4-1 0,-2-1 0,-6-1 0,-8-1 0,-2 0 0,-3-1 0,0 0 0,-1-1 0,-2 0 0,-4 1 0,-3 0 0,4 1 0,4-1 0,7 1 0,-5 2 0,-9 1 0,-11 0 0,-7 1 0,41 3 0,-1-1 0,-5-1 0,-3 0 0,-8 1 0,-4-1 0,-8 0 0,-1 0 0,-4 1 0,0 0 0,1 0 0,1 0 0,11 0 0,3-1 0,8 0 0,4 0 0,-34-4 0,17 1 0,7 1 0,8 2 0,4 1 0,4 1 0,2 0 0,-3-1 0,-3-1 0,-3-1 0,-2 0 0,-1 1 0,-1 0 0,-2 0 0,0 0 0,0 3 0,4 0 0,2 1 0,0 0 0,-3-1 0,-11 0 0,-8-1 0,-7-2 0,4-1 0,8-1 0,9 2 0,6 0 0,-1 2 0,1 2 0,-3 1 0,3 0 0,-1-1 0,-2 0 0,-4-1 0,-1 0 0,3 0 0,4 1 0,5 1 0,-2 1 0,-5 1 0,-3-1 0,-2-1 0,-4-1 0,-10-1 0,-16 2 0,45-2 0,-1 1 0,1 0 0,1-1 0,-44 1 0,15-2 0,-4 1 0,-5 4 0,-3 1 0,1-1 0,15-1 0,11-2 0,7 0 0,5 0 0,3 2 0,1-1 0,3 0 0,0 0 0,0-2 0,1 1 0,-2 1 0,-2 1 0,-8 1 0,-4 2 0,-6-1 0,-2 0 0,2-1 0,6 0 0,1 0 0,-1 1 0,0-1 0,-2-1 0,4 0 0,0-1 0,1 0 0,4 1 0,1 1 0,2-1 0,6-1 0,-6 1 0,0 0 0,2 0 0,3 0 0,8 0 0,1-1 0,-3 1 0,-2 0 0,-2 2 0,-2 2 0,-6 1 0,-6-2 0,-5-1 0,-3-1 0,-2-1 0,-4 0 0,0 0 0,-1 1 0,5-1 0,11 0 0,7-1 0,6 1 0,-1 1 0,-1 1 0,-2 2 0,5-2 0,8 0 0,9-3 0,10-1 0,4 1 0,2 0 0,0 0 0,1 0 0,1-1 0,3 0 0,-2 0 0,-3 1 0,-5 0 0,-4 1 0,-3-1 0,-4 1 0,-5-1 0,-6 1 0,-4 1 0,2 0 0,7-1 0,9-1 0,4 0 0,0 0 0,-3 1 0,-1-1 0,-1 2 0,1-2 0,3 1 0,0-1 0,0 0 0,-1 0 0,0 0 0,-2 0 0,2 1 0,-6 1 0,-4 0 0,-4 2 0,-2-1 0,3 0 0,-1-1 0,4-1 0,-2 1 0,-3 0 0,-4 2 0,-6 2 0,-2 0 0,3 2 0,6-1 0,5-1 0,1 1 0,0-1 0,2 0 0,3-1 0,2-1 0,-1 1 0,-7 3 0,-9 3 0,-5 4 0,2-1 0,5-2 0,9-4 0,7-2 0,5-1 0,1 1 0,0 1 0,0 1 0,-1-1 0,3-1 0,-2 1 0,0 0 0,-4 1 0,-3 1 0,-2 0 0,0 1 0,0 0 0,-1 2 0,-3 0 0,-1 0 0,1-2 0,6-1 0,6-2 0,3-2 0,0 1 0,-1 0 0,2 0 0,6-3 0,5-2 0,3-2 0,1 1 0,-2-1 0,2 1 0,-1 0 0,0-1 0,1 0 0,-1 1 0,0 2 0,-1 0 0,0 0 0,1 0 0,0-1 0,1 0 0,0-1 0,3-6 0,0 0 0,2-3 0,-3 3 0,2-1 0,-1-1 0,1-1 0,0-1 0,0 0 0,-1-1 0,1 0 0,0-1 0,0-2 0,0-1 0,0-2 0,0 2 0,-1 2 0,1 2 0,-1 1 0,2-1 0,-1-2 0,1 1 0,-2 0 0,0 2 0,0 2 0,-1 0 0,1 0 0,0-2 0,1-1 0,-1 1 0,0 2 0,0-1 0,1 1 0,0-1 0,-1 3 0,-1 4 0,-1 10 0,-1 7 0,0 6 0,0 0 0,1-5 0,0-5 0,-1-1 0,1-1 0,1 1 0,0 1 0,0 0 0,0 1 0,-1-2 0,0 1 0,0-1 0,0 0 0,1 0 0,0 0 0,0-2 0,0-1 0,0-1 0,0-1 0,0 0 0,0-1 0,0-1 0,0-2 0,0 2 0,0 2 0,2-3 0,3 1 0,5-5 0,3 0 0,2 0 0,-2 0 0,0 0 0,3 0 0,2 0 0,2-1 0,0 0 0,1 0 0,0 0 0,3 2 0,5 0 0,2 0 0,-1 0 0,-5-1 0,-5 0 0,-2 0 0,-1 1 0,1 0 0,1 1 0,-3 0 0,-5-2 0,-5 0 0,0 1 0,2 0 0,3 0 0,-1 0 0,-3-1 0,-2 0 0,-3 1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2:59:46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8804 24575,'21'-4'0,"4"0"0,7-2 0,4 0 0,7 1 0,-1 1 0,-2 2 0,-5 2 0,-8 1 0,-4 1 0,-5 0 0,-1 2 0,-3-1 0,0 0 0,1-1 0,2 0 0,6-2 0,4 1 0,3 0 0,-2 0 0,-2 0 0,-1 0 0,1 0 0,2 0 0,0-1 0,-2 0 0,-5 1 0,-4 0 0,-2 1 0,1 0 0,2 1 0,3-1 0,3 0 0,0-1 0,-3 1 0,-1 0 0,0 1 0,3 0 0,4 1 0,2-2 0,-1 1 0,0 0 0,1 1 0,8 1 0,5 0 0,4-3 0,-2 0 0,20 1 0,27 1 0,4 1 0,-18-1 0,-21-2 0,0 0 0,21 2 0,18 1 0,-4 0 0,-27-2 0,-20-1 0,1 0 0,6 0 0,2 0 0,4 1 0,-3-1 0,-9 1 0,-7-1 0,-10 0 0,-10-1 0,-7-1 0,0 0 0,4 0 0,6 0 0,5 0 0,0 2 0,4 1 0,7 2 0,5 1 0,7 1 0,5 0 0,5-1 0,7 0 0,10-2 0,10 0 0,2-1 0,-2-2 0,-5 1 0,0-2 0,5 0 0,11 0 0,-47 0 0,0 0 0,1 0 0,0 0 0,46 0 0,-1 0 0,-43 0 0,0 0 0,2-1 0,0 1 0,4-1 0,-1-1 0,-3 0 0,0 0 0,-2-1 0,0 0 0,-2 0 0,-1 1 0,48-2 0,-47 2 0,0 0 0,47-2 0,1-2 0,-7-2 0,0 0 0,5 0 0,-46 4 0,-1-1 0,2 0 0,-1 0 0,-1 0 0,0-1 0,47-6 0,1-1 0,-48 6 0,-1 1 0,50-5 0,-4 1 0,-6 1 0,-2 2 0,1 0 0,7 1 0,-43 2 0,0 0 0,-1-1 0,-1-1 0,2 0 0,-2-1 0,47-8 0,1-1 0,-49 7 0,1-1 0,0 0 0,1-1 0,2 0 0,-1-1 0,1-1 0,0 0 0,3-3 0,0-1 0,-3 0 0,-2-2 0,-1 1 0,-1-1 0,41-19 0,-4-1 0,-39 18 0,0-2 0,3-1 0,2-2 0,1 0 0,1-1 0,-2 0 0,-1-1 0,-3 2 0,-2 0 0,37-27 0,-9 1 0,-5 3 0,-4 1 0,-2 1 0,-1 1 0,-1-2 0,-3 1 0,4-2 0,0 2 0,1-1 0,-2 2 0,0 0 0,5-3 0,6-2 0,8-2 0,2 0 0,-3 0 0,-5 3 0,-6 0 0,-3 2 0,-1 2 0,1-3 0,0-1 0,-2 1 0,-6 3 0,-4 4 0,-9 6 0,-3 4 0,-5 3 0,-3 3 0,1-1 0,-1 1 0,4-1 0,-2 2 0,-1 1 0,-3 3 0,-4 1 0,1 1 0,-11 8 0,7-7 0,-7 5 0,4-4 0,2-1 0,-2 0 0,1 1 0,2-1 0,0-2 0,0 1 0,-1-3 0,-1 0 0,0-3 0,0-2 0,3-5 0,1-1 0,2-4 0,3-5 0,4-5 0,4-5 0,2-1 0,-3 2 0,-4 5 0,-5 5 0,-1 4 0,2 0 0,4-3 0,0-2 0,1-1 0,-1 0 0,-1-2 0,-1 0 0,-3 0 0,-2 0 0,0 0 0,0-2 0,5-2 0,4-5 0,3 0 0,7-3 0,1 0 0,3-3 0,8-11 0,-27 32 0,2-2 0,2-4 0,2-2 0,0-1 0,1-1 0,-1 0 0,-1-1 0,-1 2 0,0 0 0,-2 1 0,-1 1 0,-1 0 0,0 0 0,-1 1 0,-1 0 0,-1 1 0,1 1 0,24-36 0,-4 7 0,0 7 0,-2 2 0,-3 5 0,-4 2 0,-5 6 0,-3 2 0,-2 2 0,-1 3 0,-3 2 0,-4 4 0,-3 3 0,-2 2 0,-1 1 0,1 1 0,-3 0 0,0 0 0,-1 2 0,-2 0 0,0 1 0,-1-2 0,1-4 0,1-4 0,1-4 0,0-2 0,-1-4 0,1-2 0,-1-2 0,1-1 0,-1 1 0,-2 2 0,-1 1 0,0 0 0,1-1 0,0-3 0,0 0 0,-1-2 0,0 1 0,-1-1 0,1-2 0,-1-1 0,0-2 0,-3 5 0,-2 3 0,-1 7 0,-1 5 0,0 3 0,0 2 0,-1 2 0,0 0 0,0 0 0,0-1 0,0-2 0,0 0 0,-1-1 0,0 1 0,0 6 0,1 0 0,-1 4 0,1 6 0,-1 2 0,0 7 0,0 4 0,1 2 0,0 2 0,0 1 0,0-1 0,0-1 0,-1-1 0,1 0 0,-2 0 0,2 1 0,0-1 0,0-1 0,0 1 0,-1 0 0,0-1 0,1-1 0,-1 2 0,1 0 0,0 1 0,0-1 0,-1-1 0,0-2 0,0-6 0,0-5 0,1-9 0,-2-12 0,-1-10 0,-1-8 0,-3-4 0,-1 4 0,-2 6 0,-2 6 0,-1 5 0,-1 2 0,-5-1 0,-3-1 0,-6-1 0,-1 0 0,0 3 0,3 3 0,2 5 0,2 6 0,1 5 0,1 3 0,-2 3 0,-2 0 0,-3 2 0,-7-1 0,-3 1 0,-2 1 0,2 0 0,2 3 0,-2 0 0,0 1 0,-3-1 0,1-1 0,-1 1 0,0-1 0,-2 0 0,0-2 0,1 1 0,-2 0 0,-1 0 0,-4 0 0,0-1 0,3 2 0,4 2 0,4 0 0,-2 0 0,-5-1 0,-9-2 0,-3-1 0,0 0 0,4 2 0,2 0 0,-1 1 0,-3-1 0,-7-2 0,-1-1 0,-1 1 0,2 2 0,-1 0 0,-1 2 0,-2-1 0,-4 0 0,1-2 0,-1-1 0,-1 1 0,0 0 0,2 2 0,0-1 0,3 1 0,-1-3 0,-3-1 0,2 1 0,-2 1 0,4 3 0,1 0 0,6 1 0,-1-1 0,-2 0 0,1 2 0,-7 0 0,7 1 0,1-1 0,2 0 0,-1 0 0,0-1 0,-3 1 0,1-1 0,2 0 0,-1-1 0,1 2 0,-1 0 0,2 1 0,2 0 0,3-1 0,-1-1 0,2 1 0,2 2 0,-2 0 0,1-1 0,-1 0 0,2 0 0,6 1 0,2 0 0,2 1 0,-2 1 0,-1 0 0,-4 3 0,-2 1 0,-4 3 0,-2-1 0,-1-1 0,3-2 0,3-1 0,2 1 0,1 0 0,-3 2 0,4 1 0,-2-1 0,0 0 0,-4 1 0,-9 2 0,-6 1 0,-4 1 0,3-1 0,2-1 0,6-1 0,2 0 0,-1 2 0,-6 3 0,-10 1 0,-6 0 0,-5-2 0,5-3 0,6-2 0,9-1 0,12 0 0,8 0 0,2 1 0,-5 0 0,-14 4 0,-16 2 0,-8 2 0,-7 1 0,2-2 0,4-2 0,7-1 0,8 0 0,2 2 0,2 1 0,-2 1 0,2-1 0,3-2 0,8-2 0,7-3 0,7-1 0,6 0 0,0 1 0,1 1 0,-3 1 0,-1 1 0,-4 1 0,-6 3 0,-6 1 0,-1 2 0,5-3 0,10-1 0,11-4 0,2 0 0,1 0 0,-2 1 0,2 0 0,2-1 0,2 0 0,1 0 0,-1 2 0,-3 2 0,-5 1 0,-1-1 0,1 0 0,2-1 0,1 0 0,-1 3 0,1 0 0,1-1 0,4-2 0,3-2 0,0 1 0,-4 2 0,-1 1 0,0 2 0,1-1 0,2 1 0,-5 2 0,-9 6 0,-8 5 0,-2 1 0,9-4 0,11-7 0,8-8 0,0-1 0,-4 0 0,-5 3 0,0-1 0,4-1 0,10-5 0,3 0 0,8-4 0,0-1 0,1-2 0,2-2 0,1-2 0,3-1 0,1 0 0,3-3 0,4-3 0,3-4 0,3-4 0,3-2 0,3-2 0,-1 2 0,-2 1 0,-4 4 0,-5 5 0,-4 3 0,-2 4 0,-1 1 0,3-1 0,5-4 0,4-1 0,1-2 0,0-1 0,1 0 0,0 1 0,-3 1 0,-3 3 0,-8 6 0,-5 3 0,-7 7 0,-3 4 0,-3 4 0,0 2 0,-1 2 0,-1 1 0,-1 1 0,-3 1 0,-3 1 0,0 1 0,0-2 0,1-3 0,4-4 0,0-1 0,2 1 0,0 1 0,1 0 0,2-4 0,4-4 0,2-2 0,0-1 0,-4 4 0,0 1 0,0-2 0,3 0 0,1-2 0,1 0 0,1 0 0,2-3 0,1-1 0,0 0 0,1-2 0,3 1 0,4-2 0,4-1 0,6 0 0,2 0 0,3-1 0,5-1 0,6 2 0,10 0 0,3 1 0,3 1 0,-3 0 0,-4 1 0,-3 0 0,-1 0 0,2 0 0,-2-1 0,3 1 0,-3 1 0,0-1 0,1 1 0,-2-1 0,0-1 0,-7 0 0,-8 0 0,-12 0 0,-5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08:47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30 198 24575,'14'0'0,"6"-1"0,11-1 0,6-1 0,-4 0 0,-3 0 0,-10 1 0,-5 0 0,-5 1 0,-2-1 0,-3 1 0,1 1 0,1-1 0,3-1 0,2-1 0,2 0 0,1 0 0,2 0 0,1-1 0,2 1 0,0-1 0,-1 0 0,-1 0 0,0-1 0,-3 1 0,-4-1 0,-2 1 0,-2 0 0,1-1 0,1 1 0,1-2 0,0 1 0,0 1 0,-1 1 0,0 0 0,1 1 0,3-2 0,4 0 0,-1 0 0,0 0 0,-3 2 0,-3-1 0,-1 1 0,-1 0 0,-1 1 0,-2 0 0,0 0 0,1 0 0,0-2 0,1 1 0,-3 0 0,0 1 0,-1 0 0,0-1 0,-5 0 0,-3 1 0,-10 1 0,-5 1 0,-4 2 0,-4 0 0,-2 0 0,-3 0 0,-2-2 0,0 2 0,0-1 0,2 0 0,1 1 0,6-2 0,4 0 0,6 0 0,4 0 0,3 0 0,1 1 0,0 0 0,-2 0 0,-1 1 0,-1 0 0,-3 0 0,1 0 0,0 1 0,2-1 0,-1 1 0,0 0 0,0-1 0,0 0 0,2-1 0,1 1 0,-2 0 0,-3 1 0,-1 2 0,-1-1 0,2 0 0,2-1 0,3-1 0,1 0 0,1-1 0,1 0 0,2-1 0,5-1 0,8-1 0,8-3 0,9-1 0,9-2 0,4-1 0,4 1 0,0 0 0,-1 0 0,-2-1 0,-5 2 0,-4 1 0,-5 1 0,-2 0 0,-1 0 0,-3 0 0,-3 0 0,-1 1 0,-3 0 0,0 0 0,0 1 0,1-1 0,1 1 0,-2-1 0,-1 0 0,0-1 0,0 1 0,3-2 0,0 0 0,0 1 0,-1 0 0,0 1 0,1 1 0,-1 1 0,-3 0 0,-4 0 0,-4 0 0,0 1 0,1 0 0,-1-1 0,2 0 0,1-1 0,0 1 0,0 0 0,-2-1 0,1 1 0,0-1 0,1 0 0,-2 0 0,-1 1 0,-1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08:38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0 746 24575,'36'-1'0,"10"0"0,22 0 0,17 0 0,7 0 0,1-2 0,-3 1 0,-7 0 0,2 0 0,-3 2 0,6 0 0,-1-1 0,-1-1 0,6-1 0,-3-1 0,3-3 0,0-2 0,-5-3 0,1 0 0,6-4 0,-43 6 0,0 0 0,4-1 0,1-1 0,0-2 0,0 0 0,0-1 0,-1-1 0,-2 1 0,0 0 0,-3 1 0,-1 0 0,40-9 0,-12 5 0,-10 5 0,-8 4 0,-6 3 0,-3 0 0,-2 0 0,6 0 0,3 0 0,6-2 0,-2 0 0,0 0 0,0-1 0,8 0 0,11-2 0,4-1 0,9-3 0,-1-2 0,5-5 0,-46 10 0,-1 0 0,46-15 0,-7-1 0,-8 0 0,-3-1 0,5-4 0,6-2 0,-3 1 0,-15 8-6784,-23 10 6784,-23 7 0,-19 6 0,-5 2 0,-3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08:39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16492,'28'-5'0,"19"-4"3537,22-3-3537,28-8 695,-42 8 0,2-1-695,1 0 0,-1-1 370,-6 0 0,-2 0-370,29-8 2416,-29 9-2416,-30 7 0,-19 5 0,-4 1 0,-2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08:41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5 24575,'-23'-1'0,"-12"0"0,11-1 0,-2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08:42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24575,'15'0'0,"8"0"0,13 0 0,11 1 0,7 1 0,3 1 0,-4 0 0,-6 0 0,-8-1 0,-7 1 0,-7-2 0,-5 1 0,-2-1 0,0 0 0,0 1 0,-2 0 0,-3 0 0,-2 0 0,1 0 0,4 1 0,7 0 0,2 0 0,0 0 0,-3-2 0,-8 0 0,-3 0 0,-6 0 0,0 0 0,-2-1 0,4 0 0,4 0 0,4 1 0,4 1 0,2 1 0,1 0 0,-1 1 0,-2-1 0,-7-1 0,-5 0 0,-4-1 0,-2-1 0,2 1 0,3-1 0,3 1 0,0 0 0,3 0 0,3 2 0,3 0 0,1 0 0,-5 0 0,-7-2 0,-4 0 0,-3-1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09:49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7491 315 24575,'19'-9'0,"9"-2"0,13-4 0,15-3 0,12-1 0,9-2 0,3-1 0,0 1 0,1 2 0,3 3 0,8 3 0,-43 6 0,1 1 0,4-1 0,0-1 0,3 0 0,0 0 0,-2 0 0,0 0 0,-1 0 0,-1 2 0,45-4 0,-6 5 0,-4 2 0,2 0 0,7-1 0,-44 2 0,0-1 0,2 0 0,1 0 0,-3 0 0,-2 1 0,39-4 0,-17 2 0,-15 1 0,-7 1 0,0 2 0,4 0 0,8 0 0,3 0 0,6 0 0,12 0 0,8 1 0,-42-1 0,0 1 0,50 1 0,0 0 0,-1-1 0,-48 0 0,-1-1 0,0 1 0,0-1 0,44 3 0,-3-1 0,-6 1 0,0-1 0,-3 1 0,3 2 0,4 2 0,8 0 0,-43-3 0,2 0 0,2 1 0,1-1 0,2 2 0,-1-1 0,-2 1 0,-1 0 0,0 1 0,-1 1 0,-2 0 0,1 1 0,2 2 0,0 1 0,0 1 0,-1 1 0,4 3 0,1 1 0,4 3 0,1 2 0,4 2 0,3 2 0,7 4 0,1 1 0,-1-1 0,-1 0 0,2 3 0,-1 0 0,-4 0 0,-2 1 0,-5 1 0,-1 2 0,-6-1 0,-3 2 0,-7 0 0,-3 2 0,-4 1 0,-2 3 0,-3 1 0,-3 1 0,1 7 0,-3 3 0,0 5 0,-4 3 0,1 9 0,-3 4 0,-1 10 0,-2 5-258,-8-23 0,-2 2 0,-1 1 258,-1 5 0,-2 1 0,-1 2 0,-1 3 0,-1 2 0,-1 0 0,-2 1 0,0 1 0,-2 0 0,-1-2 0,0 0 0,-1-1 0,0 0 0,0 0 0,-1-2 0,0-6 0,0-1 0,-1-1 0,0-3 0,-1-2 0,1-1-87,-1 28 0,-1-1 87,-1-2 0,-1 0 0,-1 2 0,-3 0 0,-1 1 0,-2 0 0,-4 1 0,-2 0 0,3-32 0,-1 0 0,-2 0 0,-1 2 0,-2 0 0,0 0 0,-2-4 0,0 0 0,-1-1 0,-14 30 0,-3-3 0,1-11 0,-4-4 0,-1-8 0,-4-5 0,-5-5 0,-5-5 0,-9-7 0,-6-5 0,11-14 0,-4-2 0,-4-3-562,-17 0 0,-4-3 1,-5-2 561,11-4 0,-3-2 0,-2-2 0,-2 0-360,11-2 1,-1 0-1,-2-2 1,0 0-1,-1-1 360,-5 0 0,0 0 0,-2-2 0,0 1 0,-1-1-483,11-1 0,0 1 0,0-1 0,-2 0 0,-1-1 0,0 0 483,-10 0 0,0-1 0,-2 0 0,-1 0 0,0-1 0,0 0 0,11 0 0,0-1 0,0 1 0,0-1 0,0 0 0,0-1 0,0 1 0,-11-1 0,-1 0 0,1 0 0,1-1 0,1 1 0,1-1 0,9 1 0,1 0 0,0 0 0,2-1 0,1 1 0,3 0-321,-23-1 1,3-1-1,3 1 1,0 0 320,4 0 0,2 0 0,1 0 0,-1-1 0,-1 0 0,-1-1 0,1 0 0,-1-1 0,-3 1 0,1-1 0,-1 0 0,1 1 0,5 0 0,0 0 0,1 0 0,2 1 94,4 1 0,1 0 0,2 0 1,1 1-95,-15 0 0,3-1 0,0 1 0,2-1 0,1 1 0,-1-2 0,-3-1 0,0-1 0,-1-2 0,-3-1 0,-1-1 0,-1-1 0,22 2 0,0 1 0,0-1 0,2 0 0,-19-3 0,2 0 0,1 0 0,3 1 0,1 0 0,2 0 509,7 1 0,2 0 0,1 0-509,1-1 0,1 1 0,0-1 0,0 0 0,1 1 0,1-1 0,1 1 0,1 0 0,0 1 0,-29-6 0,2 3 1557,6 2 0,0 2-1557,2 1 0,1 1 912,5 1 1,1 1-913,-2 0 0,0 1 568,3 0 0,1 1-568,-3 1 0,0 1 0,-4 1 0,-1 1 0,-4 0 0,-1 0 0,-3 1 0,-1 0 0,3 0 0,1 0 0,5 0 0,2 1 273,7 0 1,3 0-274,6 0 0,1 1 42,2 1 1,1 1-43,0 1 0,-2 0 0,0 0 0,0 1 0,-1 1 0,1 1 0,2-1 0,2 0 0,5-1 0,1 0 0,-43 5 0,8-3 0,4 1 0,8 2 0,5 3 0,8 1 0,6 0 0,1-1 0,-1 1 0,-3 1 0,4 1 0,3 2 0,3 1 0,-2 3 0,-6 2 0,3 2 0,11-7 0,17-7 0,17-7 0,6-4 0,1 2 0,-2 2 0,-3 0 0,1-1 0,5-2 0,18-16 0,12-10 0,2-1 0,29-24 0,3 1 0,-20 16 0,3-2 0,0 0 0,-1 1 0,22-18 0,-18 16 0,-23 16 0,-14 13 0,-10 8 0,-6 7 0,-7 8 0,-7 6 0,-6 8 0,-6 5 0,-5 5 0,-3 1 0,3-3 0,-1 0 0,1-2 0,3-2 0,3-1 0,8-7 0,6-4 0,5-4 0,3-4 0,4-3 0,2-4 0,1-3 0,2-1 0,-1-2 0,1 0 0,-2 0 0,-1 1 0,2-3 0,1 0 0,5-7 0,5-3 0,11-6 0,11-3 0,14 0 0,9 2 0,9 5 0,19 6 0,-29 3 0,4 2 0,11 1 0,4 1 0,3 1 0,-1 0 0,-5 1 0,-2 1 0,-10 1 0,-3 2 0,36 10 0,-11 3 0,-13-1 0,-19-7 0,-23-7 0,-14-3 0,-7-3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10:30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953D15-BC79-C72B-B33A-7A2290C182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4722C839-68EF-5059-6B96-D84613B89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155" y="0"/>
            <a:ext cx="12748306" cy="68580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068481-7918-932A-2F65-3D1FA8EE9A9E}"/>
              </a:ext>
            </a:extLst>
          </p:cNvPr>
          <p:cNvSpPr/>
          <p:nvPr userDrawn="1"/>
        </p:nvSpPr>
        <p:spPr>
          <a:xfrm>
            <a:off x="1491916" y="0"/>
            <a:ext cx="9153626" cy="5909912"/>
          </a:xfrm>
          <a:prstGeom prst="roundRect">
            <a:avLst>
              <a:gd name="adj" fmla="val 1253"/>
            </a:avLst>
          </a:prstGeom>
          <a:solidFill>
            <a:srgbClr val="303638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A305F0-B8AC-2320-D0FF-D0A0A182B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4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custom">
    <p:bg>
      <p:bgPr>
        <a:solidFill>
          <a:srgbClr val="F1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9D60C29-A5E4-227F-FE0A-BEA765A68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806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custom">
    <p:bg>
      <p:bgPr>
        <a:solidFill>
          <a:srgbClr val="F1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04020E97-69B5-58E8-43AD-76C21EDDC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155" y="0"/>
            <a:ext cx="12748306" cy="6858000"/>
          </a:xfrm>
          <a:prstGeom prst="rect">
            <a:avLst/>
          </a:prstGeom>
          <a:noFill/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4A3B69-C05B-86F4-4BEC-ED4F1316C127}"/>
              </a:ext>
            </a:extLst>
          </p:cNvPr>
          <p:cNvSpPr/>
          <p:nvPr userDrawn="1"/>
        </p:nvSpPr>
        <p:spPr>
          <a:xfrm>
            <a:off x="1491916" y="0"/>
            <a:ext cx="9153626" cy="5909912"/>
          </a:xfrm>
          <a:prstGeom prst="roundRect">
            <a:avLst>
              <a:gd name="adj" fmla="val 1253"/>
            </a:avLst>
          </a:prstGeom>
          <a:solidFill>
            <a:srgbClr val="F1F1F1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A0345-6AFA-291B-7192-3332B4DBC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218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1FDEA265-14D8-4995-9D8D-004C2B9791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74"/>
          <a:stretch/>
        </p:blipFill>
        <p:spPr>
          <a:xfrm>
            <a:off x="8813520" y="3957553"/>
            <a:ext cx="3378480" cy="210577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5E6FDB3-1010-4384-BAA0-5AC772DDA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317" y="4543442"/>
            <a:ext cx="4449694" cy="21057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592535-1E59-4225-8FAB-BA55DA8CBF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1" y="3957553"/>
            <a:ext cx="4449694" cy="21057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2C1714-8D11-40C8-B56B-D858EA6639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240" y="4543442"/>
            <a:ext cx="977924" cy="15198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4E68922-A464-40C2-8559-0556AFF3C5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334" y="4980408"/>
            <a:ext cx="825380" cy="10829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082778-F784-45A1-A273-DBD5111A650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24" y="3509490"/>
            <a:ext cx="1073175" cy="255383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BC80F5-75C8-450A-B0F9-BC45DE059E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636" y="3158489"/>
            <a:ext cx="964782" cy="29048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6873A5-CEBD-4A3D-816C-D8F7459698A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98" y="630440"/>
            <a:ext cx="2093236" cy="10716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C3D2A6-8D14-4185-BCDF-D3486D874C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63324"/>
            <a:ext cx="2438400" cy="794676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E6825-E60A-4DC3-AD7E-6868544A91B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6063324"/>
            <a:ext cx="2438400" cy="79467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3CADD07-6BE4-4440-9D75-23FA585A9F2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6063324"/>
            <a:ext cx="2438400" cy="79467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D82072D-5CF0-417B-BB35-355B0609E6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063324"/>
            <a:ext cx="2438400" cy="79467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6E14643-868B-40FB-8914-6508AB669EE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6063324"/>
            <a:ext cx="2438400" cy="79467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2F47FCE-FD71-49B8-946C-1674A0B098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82" y="1292126"/>
            <a:ext cx="2093236" cy="107168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AACC28A-7220-B972-A9F3-B5769BB00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331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6260D0-DAF1-E4E8-B508-5E9206A95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19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49" r:id="rId2"/>
    <p:sldLayoutId id="2147483681" r:id="rId3"/>
    <p:sldLayoutId id="2147483682" r:id="rId4"/>
    <p:sldLayoutId id="214748368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JetBrains Mono" panose="02000009000000000000" pitchFamily="49" charset="0"/>
          <a:ea typeface="JetBrains Mono" panose="02000009000000000000" pitchFamily="49" charset="0"/>
          <a:cs typeface="JetBrains Mono" panose="02000009000000000000" pitchFamily="49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mailto:xo3yin@yandex.r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0.png"/><Relationship Id="rId12" Type="http://schemas.openxmlformats.org/officeDocument/2006/relationships/customXml" Target="../ink/ink7.xm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12.png"/><Relationship Id="rId5" Type="http://schemas.openxmlformats.org/officeDocument/2006/relationships/image" Target="../media/image90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11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90.png"/><Relationship Id="rId3" Type="http://schemas.openxmlformats.org/officeDocument/2006/relationships/image" Target="../media/image140.png"/><Relationship Id="rId7" Type="http://schemas.openxmlformats.org/officeDocument/2006/relationships/image" Target="../media/image160.png"/><Relationship Id="rId12" Type="http://schemas.openxmlformats.org/officeDocument/2006/relationships/customXml" Target="../ink/ink13.xm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80.png"/><Relationship Id="rId5" Type="http://schemas.openxmlformats.org/officeDocument/2006/relationships/image" Target="../media/image150.png"/><Relationship Id="rId15" Type="http://schemas.openxmlformats.org/officeDocument/2006/relationships/image" Target="../media/image200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170.png"/><Relationship Id="rId14" Type="http://schemas.openxmlformats.org/officeDocument/2006/relationships/customXml" Target="../ink/ink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911BE7E-B35D-B6A9-153A-F6613271C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2647" y="144898"/>
            <a:ext cx="278787" cy="42747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041720C-A067-C895-4C62-C7755613C4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910" y="500826"/>
            <a:ext cx="1656321" cy="19220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B5019C-F879-0EBA-B6B6-B61CCB09D360}"/>
              </a:ext>
            </a:extLst>
          </p:cNvPr>
          <p:cNvSpPr txBox="1"/>
          <p:nvPr/>
        </p:nvSpPr>
        <p:spPr>
          <a:xfrm>
            <a:off x="3696923" y="766274"/>
            <a:ext cx="32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4000" dirty="0">
                <a:solidFill>
                  <a:srgbClr val="F1F1F1"/>
                </a:solidFill>
                <a:latin typeface="Press Start 2P" pitchFamily="2" charset="0"/>
              </a:rPr>
              <a:t>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4AE85-615B-E334-FC18-00AF5B552C8F}"/>
              </a:ext>
            </a:extLst>
          </p:cNvPr>
          <p:cNvSpPr txBox="1"/>
          <p:nvPr/>
        </p:nvSpPr>
        <p:spPr>
          <a:xfrm>
            <a:off x="3696923" y="1792951"/>
            <a:ext cx="66359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F1F1F1"/>
                </a:solidFill>
                <a:latin typeface="Press Start 2P" pitchFamily="2" charset="0"/>
              </a:rPr>
              <a:t>Виртуальные окружения</a:t>
            </a:r>
          </a:p>
          <a:p>
            <a:r>
              <a:rPr lang="ru-RU" sz="2400" dirty="0">
                <a:solidFill>
                  <a:srgbClr val="F1F1F1"/>
                </a:solidFill>
                <a:latin typeface="Press Start 2P" pitchFamily="2" charset="0"/>
              </a:rPr>
              <a:t>ООП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85290-9DCD-4663-A722-FC6BC73E2117}"/>
              </a:ext>
            </a:extLst>
          </p:cNvPr>
          <p:cNvSpPr txBox="1"/>
          <p:nvPr/>
        </p:nvSpPr>
        <p:spPr>
          <a:xfrm>
            <a:off x="497342" y="4260569"/>
            <a:ext cx="6591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F1F1F1"/>
                </a:solidFill>
                <a:latin typeface="Press Start 2P" pitchFamily="2" charset="0"/>
              </a:rPr>
              <a:t>Баранов Кирилл Евгеньевич</a:t>
            </a:r>
            <a:endParaRPr lang="en-RU" sz="2000" dirty="0">
              <a:solidFill>
                <a:srgbClr val="F1F1F1"/>
              </a:solidFill>
              <a:latin typeface="Press Start 2P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C8626-8134-6160-7652-869807BA046D}"/>
              </a:ext>
            </a:extLst>
          </p:cNvPr>
          <p:cNvSpPr txBox="1"/>
          <p:nvPr/>
        </p:nvSpPr>
        <p:spPr>
          <a:xfrm>
            <a:off x="497342" y="4735171"/>
            <a:ext cx="4473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1F1F1"/>
                </a:solidFill>
                <a:latin typeface="Press Start 2P" pitchFamily="2" charset="0"/>
                <a:hlinkClick r:id="rId7"/>
              </a:rPr>
              <a:t>xo3yin@yandex.ru</a:t>
            </a:r>
            <a:endParaRPr lang="en-US" sz="2000" dirty="0">
              <a:solidFill>
                <a:srgbClr val="F1F1F1"/>
              </a:solidFill>
              <a:latin typeface="Press Start 2P" pitchFamily="2" charset="0"/>
            </a:endParaRPr>
          </a:p>
          <a:p>
            <a:r>
              <a:rPr lang="en-US" sz="2000" dirty="0">
                <a:solidFill>
                  <a:srgbClr val="F1F1F1"/>
                </a:solidFill>
                <a:latin typeface="Press Start 2P" pitchFamily="2" charset="0"/>
              </a:rPr>
              <a:t>Telegram: @xo3yin</a:t>
            </a:r>
            <a:endParaRPr lang="en-GB" sz="2000" dirty="0">
              <a:solidFill>
                <a:srgbClr val="F1F1F1"/>
              </a:solidFill>
              <a:latin typeface="Press Start 2P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270540-3BF0-0C50-70AD-5331C55ABC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298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B1E6-CA03-B46D-F99E-40BB3BDA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DDF974-A85F-D614-65D7-6D9FB26629AC}"/>
              </a:ext>
            </a:extLst>
          </p:cNvPr>
          <p:cNvSpPr txBox="1"/>
          <p:nvPr/>
        </p:nvSpPr>
        <p:spPr>
          <a:xfrm>
            <a:off x="1899979" y="2957731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Что за окружения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177FC0C-43EF-3982-0BC1-B101955812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164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C7360-F486-3302-6968-E9A837A6716B}"/>
              </a:ext>
            </a:extLst>
          </p:cNvPr>
          <p:cNvSpPr txBox="1"/>
          <p:nvPr/>
        </p:nvSpPr>
        <p:spPr>
          <a:xfrm>
            <a:off x="504497" y="378372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400" dirty="0">
                <a:solidFill>
                  <a:srgbClr val="22222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Где они</a:t>
            </a:r>
            <a:endParaRPr lang="ru-RU" sz="2400" b="0" i="0" dirty="0">
              <a:solidFill>
                <a:srgbClr val="22222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0D1B71-7980-4835-D7D6-C635F3C44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021607"/>
            <a:ext cx="8686800" cy="23050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CC0116-7AC8-4971-0AC5-AF6CEE485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3943856"/>
            <a:ext cx="6267450" cy="176212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060E31-568A-5AC4-12D1-5E4864E1E7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18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27FC-4ADF-7C98-3704-32D53AEC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6185D-702A-7D5E-DA13-3E3B10B53904}"/>
              </a:ext>
            </a:extLst>
          </p:cNvPr>
          <p:cNvSpPr txBox="1"/>
          <p:nvPr/>
        </p:nvSpPr>
        <p:spPr>
          <a:xfrm>
            <a:off x="504497" y="378372"/>
            <a:ext cx="5530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Обход конфликтов зависимостей</a:t>
            </a:r>
          </a:p>
        </p:txBody>
      </p:sp>
      <p:pic>
        <p:nvPicPr>
          <p:cNvPr id="7" name="Рисунок 6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268F8ED1-4446-7B47-9B15-5F8C34A6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340" y="1205012"/>
            <a:ext cx="8787319" cy="494286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6F843BB-BD39-ED21-3626-B3E6140CC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74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B6A96-DB93-9438-BDFA-FA49C5EB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CBA9D-B8AD-D204-98C8-231CF70C0783}"/>
              </a:ext>
            </a:extLst>
          </p:cNvPr>
          <p:cNvSpPr txBox="1"/>
          <p:nvPr/>
        </p:nvSpPr>
        <p:spPr>
          <a:xfrm>
            <a:off x="504497" y="378372"/>
            <a:ext cx="5530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Обход конфликтов зависимостей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F4FA3-3BD5-72EA-B713-1C96D82B9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978" y="946922"/>
            <a:ext cx="7772400" cy="553270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890485-F865-B375-540D-00A92563D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13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9EE563-A720-446D-4E8D-9F7FFB79E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179" y="0"/>
            <a:ext cx="6909642" cy="68580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51FB357-D9C6-EF8D-2E9D-F9B6912D14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91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1B614F-3FD2-CD11-17B6-1079B58A79A4}"/>
              </a:ext>
            </a:extLst>
          </p:cNvPr>
          <p:cNvSpPr/>
          <p:nvPr/>
        </p:nvSpPr>
        <p:spPr>
          <a:xfrm>
            <a:off x="0" y="0"/>
            <a:ext cx="12274826" cy="6858000"/>
          </a:xfrm>
          <a:prstGeom prst="rect">
            <a:avLst/>
          </a:prstGeom>
          <a:solidFill>
            <a:srgbClr val="51B3BF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582712" y="325019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Arial" panose="020B0604020202020204" pitchFamily="34" charset="0"/>
              </a:rPr>
              <a:t>Time to code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75" y="2170697"/>
            <a:ext cx="1079500" cy="1079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7BFB18-3B1B-84ED-BAEE-BD0EB6931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394" y="4375994"/>
            <a:ext cx="2657061" cy="212564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E024610-8498-F8E5-2EB3-12FE7D8C8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60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C7360-F486-3302-6968-E9A837A6716B}"/>
              </a:ext>
            </a:extLst>
          </p:cNvPr>
          <p:cNvSpPr txBox="1"/>
          <p:nvPr/>
        </p:nvSpPr>
        <p:spPr>
          <a:xfrm>
            <a:off x="504497" y="378372"/>
            <a:ext cx="571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Менеджер пакетов и среды </a:t>
            </a:r>
            <a:r>
              <a:rPr lang="en-GB" sz="2400" b="0" i="0" dirty="0" err="1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Conda</a:t>
            </a:r>
            <a:endParaRPr lang="ru-RU" sz="2400" b="0" i="0" dirty="0">
              <a:solidFill>
                <a:srgbClr val="22222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DA1CFC-1CDE-1B54-855D-E53FD3F71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54263"/>
            <a:ext cx="7772400" cy="3257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7956EE-93C2-34F0-2402-63BAB83E8952}"/>
              </a:ext>
            </a:extLst>
          </p:cNvPr>
          <p:cNvSpPr txBox="1"/>
          <p:nvPr/>
        </p:nvSpPr>
        <p:spPr>
          <a:xfrm>
            <a:off x="3362010" y="4741440"/>
            <a:ext cx="578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docs.conda.io</a:t>
            </a:r>
            <a:r>
              <a:rPr lang="en-GB" dirty="0"/>
              <a:t>/projects/</a:t>
            </a:r>
            <a:r>
              <a:rPr lang="en-GB" dirty="0" err="1"/>
              <a:t>miniconda</a:t>
            </a:r>
            <a:r>
              <a:rPr lang="en-GB" dirty="0"/>
              <a:t>/</a:t>
            </a:r>
            <a:r>
              <a:rPr lang="en-GB" dirty="0" err="1"/>
              <a:t>en</a:t>
            </a:r>
            <a:r>
              <a:rPr lang="en-GB" dirty="0"/>
              <a:t>/latest/</a:t>
            </a:r>
            <a:endParaRPr lang="en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2B1A94-0ABB-5A4F-ACB2-32A555B6B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046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7F606A-45D7-281D-0DB2-911E9D4BD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38979"/>
            <a:ext cx="7772400" cy="545795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E266935-9C2E-4790-8D99-84D8F04A06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012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4B63B4-5520-73CD-5401-5FC8247F6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29" y="1230795"/>
            <a:ext cx="7772400" cy="7554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28D46-0F6C-529D-6C6E-0302C5F52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29" y="2979677"/>
            <a:ext cx="7772400" cy="504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7AD6AC-D99D-B1FA-D0D6-C1046CC2B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29" y="4477472"/>
            <a:ext cx="7772400" cy="6773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6ABA134-57B5-32E8-F33B-C29A9DFE5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106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C7360-F486-3302-6968-E9A837A6716B}"/>
              </a:ext>
            </a:extLst>
          </p:cNvPr>
          <p:cNvSpPr txBox="1"/>
          <p:nvPr/>
        </p:nvSpPr>
        <p:spPr>
          <a:xfrm>
            <a:off x="504497" y="378372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400" b="0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Решите, где создавать папки среды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ED727-7C19-D29B-E9C1-F25745E11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693927"/>
            <a:ext cx="7772400" cy="1470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5DCAD0-FFA8-5DEF-BFA5-97F4AD00509E}"/>
              </a:ext>
            </a:extLst>
          </p:cNvPr>
          <p:cNvSpPr txBox="1"/>
          <p:nvPr/>
        </p:nvSpPr>
        <p:spPr>
          <a:xfrm>
            <a:off x="1828800" y="330973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1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7C509BA-A236-64A6-7074-09CEEC67D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460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C5DCAD0-FFA8-5DEF-BFA5-97F4AD00509E}"/>
              </a:ext>
            </a:extLst>
          </p:cNvPr>
          <p:cNvSpPr txBox="1"/>
          <p:nvPr/>
        </p:nvSpPr>
        <p:spPr>
          <a:xfrm>
            <a:off x="2305878" y="331967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B5D1D3-CCA7-84F5-08F9-D2A80F8D6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775" y="0"/>
            <a:ext cx="5764450" cy="68580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8AEFB62-37E6-3E0E-459E-6D5AA6BE3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129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1B614F-3FD2-CD11-17B6-1079B58A79A4}"/>
              </a:ext>
            </a:extLst>
          </p:cNvPr>
          <p:cNvSpPr/>
          <p:nvPr/>
        </p:nvSpPr>
        <p:spPr>
          <a:xfrm>
            <a:off x="0" y="0"/>
            <a:ext cx="12274826" cy="6858000"/>
          </a:xfrm>
          <a:prstGeom prst="rect">
            <a:avLst/>
          </a:prstGeom>
          <a:solidFill>
            <a:srgbClr val="51B3BF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582712" y="325019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Arial" panose="020B0604020202020204" pitchFamily="34" charset="0"/>
              </a:rPr>
              <a:t>Time to code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75" y="2170697"/>
            <a:ext cx="1079500" cy="1079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7BFB18-3B1B-84ED-BAEE-BD0EB6931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394" y="4375994"/>
            <a:ext cx="2657061" cy="212564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AEC212-E809-BF02-A012-836A7F191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026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5CF3E-9EE4-7C8C-CE59-F70F72496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306332-6C7C-5FDA-5C99-39D2B8887CB6}"/>
              </a:ext>
            </a:extLst>
          </p:cNvPr>
          <p:cNvSpPr txBox="1"/>
          <p:nvPr/>
        </p:nvSpPr>
        <p:spPr>
          <a:xfrm>
            <a:off x="1494639" y="3071508"/>
            <a:ext cx="1355566" cy="7149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ООП</a:t>
            </a:r>
          </a:p>
        </p:txBody>
      </p:sp>
      <p:pic>
        <p:nvPicPr>
          <p:cNvPr id="4" name="Рисунок 3" descr="Изображение выглядит как Мелкие и средние кошки, млекопитающее, Кошачьи, домашняя кошка&#10;&#10;Автоматически созданное описание">
            <a:extLst>
              <a:ext uri="{FF2B5EF4-FFF2-40B4-BE49-F238E27FC236}">
                <a16:creationId xmlns:a16="http://schemas.microsoft.com/office/drawing/2014/main" id="{952ADD73-0F05-94D8-3B50-8AAC00EB1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2" r="23087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11FB246-BD0F-7EBC-B384-A30E20D93E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80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512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ООП в </a:t>
            </a:r>
            <a:r>
              <a:rPr lang="en-GB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Python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1" y="1689100"/>
            <a:ext cx="10921999" cy="3934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Python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поддерживает ООП на сто процентов: все данные в нём являются объектами.</a:t>
            </a:r>
          </a:p>
          <a:p>
            <a:pPr marL="12700" marR="5080" lvl="0" algn="just" latinLnBrk="0">
              <a:spcBef>
                <a:spcPts val="4940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Числа всех типов, строки, списки, словари, даже функции,  модули, и наконец, сами типы данных — всё это объекты!</a:t>
            </a:r>
          </a:p>
          <a:p>
            <a:pPr marL="12700" marR="2779395" lvl="0" algn="just" latinLnBrk="0">
              <a:spcBef>
                <a:spcPts val="4940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Все вычисления в 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Python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можно представить как взаимодействия между объектами.</a:t>
            </a:r>
          </a:p>
          <a:p>
            <a:pPr algn="just"/>
            <a:endParaRPr lang="en-RU" sz="2400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82A2151-DD5E-BD1C-9DCA-8C597FE65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162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5453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ООП в реальном мире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2868C0E4-4261-F49C-ED37-3F14C50889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9239" y="1065431"/>
            <a:ext cx="5673521" cy="5373469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CDAB600-F812-A7A9-F852-BA3B66D08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302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899979" y="2957731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Основные понятия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031823-D88D-AEF8-BF6B-3D1B666287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576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157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Класс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2440268"/>
            <a:ext cx="10921999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Описывает модель объекта, его свойства и поведение.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Говоря языком программиста, класс — это такой тип данных,  который создается для описания сложных объектов.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E299A0F-D5AC-F636-C2C2-E90B42AC0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131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2680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Экземпляр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860622"/>
            <a:ext cx="10921999" cy="3136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Для краткости вместо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i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«Объект, порождённый классом </a:t>
            </a:r>
            <a:r>
              <a:rPr lang="ru-RU" sz="2400" i="1" u="sng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Стул</a:t>
            </a:r>
            <a:r>
              <a:rPr lang="ru-RU" sz="2400" i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»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говорят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i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«экземпляр класса </a:t>
            </a:r>
            <a:r>
              <a:rPr lang="ru-RU" sz="2400" i="1" u="sng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Стул</a:t>
            </a:r>
            <a:r>
              <a:rPr lang="ru-RU" sz="2400" i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»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32B629D-4C9F-3A4D-002B-5BF4A8A1F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082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Объект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2440268"/>
            <a:ext cx="10921999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Хранит конкретные значения свойств и информацию  о принадлежности к классу.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Может выполнять методы.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8B95C75-7ED2-50F2-057A-1A1209D5E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380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212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Атрибут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873446"/>
            <a:ext cx="10921999" cy="3111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Свойство, присущее объекту.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Класс объекта определяет, какие атрибуты есть у объекта.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Конкретные значения атрибутов — характеристика уже не класса, а конкретного экземпляра этого класса, то есть  объекта.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D7A2549-1A85-CC2F-6B7F-8DE355450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652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157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Метод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2440268"/>
            <a:ext cx="10921999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Действие, которое объект может выполнять над самим собой  или другими объектами.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DC6706-5FEB-4DFF-1638-FD34B3C05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339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A13117-601A-E7F9-3704-8F27390223C9}"/>
              </a:ext>
            </a:extLst>
          </p:cNvPr>
          <p:cNvSpPr txBox="1"/>
          <p:nvPr/>
        </p:nvSpPr>
        <p:spPr>
          <a:xfrm>
            <a:off x="1579728" y="0"/>
            <a:ext cx="90382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Примеры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abc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объекты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           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классы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     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экземпляры класса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 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abc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   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экземпляр класса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экземпляр класса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list,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который вложены экземпляры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класса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6D97EDD-D1F9-4AC1-3EE1-C9386A3F3A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566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BA1460-C4B3-AA46-C93A-12596441BC9E}"/>
              </a:ext>
            </a:extLst>
          </p:cNvPr>
          <p:cNvSpPr txBox="1"/>
          <p:nvPr/>
        </p:nvSpPr>
        <p:spPr>
          <a:xfrm>
            <a:off x="1525137" y="96631"/>
            <a:ext cx="63803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Как узнать класс объекта?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'&lt;class 'int'&gt;'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'&lt;class 'list'&gt;'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1780DF9-B1F3-642A-01BF-280019AF1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261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899979" y="2957731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Создание классов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A44EFA6-AB6F-D110-7460-1CE9434CA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849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2CFBD-CE76-10D0-3ABE-D1D23343BA8A}"/>
              </a:ext>
            </a:extLst>
          </p:cNvPr>
          <p:cNvSpPr txBox="1"/>
          <p:nvPr/>
        </p:nvSpPr>
        <p:spPr>
          <a:xfrm>
            <a:off x="1511490" y="0"/>
            <a:ext cx="63803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Простейший класс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Fruit: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916636-E9A8-43D6-2DD2-91C4A4CD2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933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157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PEP 8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886270"/>
            <a:ext cx="10921999" cy="30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Имена классов по стандарту именования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PEP-8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должны  начинаться с большой буквы.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Встроенные классы (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int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float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str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list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 другие) этому правилу не следуют, однако в вашем коде его лучше придерживаться. Так делает большинство программистов на 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Python.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FEA0764-4E42-2495-6D85-C4D681208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884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EB489-CBB0-67BC-47ED-BA1E27F536CC}"/>
              </a:ext>
            </a:extLst>
          </p:cNvPr>
          <p:cNvSpPr txBox="1"/>
          <p:nvPr/>
        </p:nvSpPr>
        <p:spPr>
          <a:xfrm>
            <a:off x="1525136" y="0"/>
            <a:ext cx="907917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Создаём экземпляры класса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Теперь создадим два конкретных фрукта — экземпляра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класса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Fruit: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= Fruit()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 = Fruit()</a:t>
            </a:r>
            <a:endParaRPr lang="ru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ru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= list()</a:t>
            </a:r>
          </a:p>
          <a:p>
            <a:endParaRPr lang="en-US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 = 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dict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CE4455B-FB41-17D6-2957-AFE476D3E7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80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D32CE0-BB17-039E-5D1D-CC7692A66A71}"/>
              </a:ext>
            </a:extLst>
          </p:cNvPr>
          <p:cNvSpPr txBox="1"/>
          <p:nvPr/>
        </p:nvSpPr>
        <p:spPr>
          <a:xfrm>
            <a:off x="1525136" y="0"/>
            <a:ext cx="90928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Создаём атрибуты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Переменные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содержат ссылки на два разных объекта —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экземпляра класса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Fruit,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которые можно наделить разными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атрибутами: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a.name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'apple'  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a.weight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теперь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-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это яблоко весом 120 грамм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b.name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'orange'  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b.weight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b -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это апельсин весом 150 грамм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B1DC392-DDE2-FE1A-F421-799575E65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53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Атрибуты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2255602"/>
            <a:ext cx="10921999" cy="2346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Атрибуты можно не только устанавливать, но и читать.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При чтении ещё не созданного атрибута будет появляться  ошибка </a:t>
            </a: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AttributeError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Вы её часто увидите, допуская  неточности в именах атрибутов и методов.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1E4853-BA68-45AD-DBEF-ADDB545724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617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AE1F56-6CFD-4975-83B1-455587DFD9B2}"/>
              </a:ext>
            </a:extLst>
          </p:cNvPr>
          <p:cNvSpPr txBox="1"/>
          <p:nvPr/>
        </p:nvSpPr>
        <p:spPr>
          <a:xfrm>
            <a:off x="1497841" y="0"/>
            <a:ext cx="917470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Атрибуты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a.name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a.weight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apple 120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b.name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b.weight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orange 150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b.weight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Апельсин долго лежал на складе и усох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b.name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b.weight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orange 140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= Fruit()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c.name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'lemon'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c.color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'yellow'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Атрибут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color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появился только в объекте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Забыли добавить свойство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weight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обращаемся к нему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c.name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c.weight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Ошибка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AttributeError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нет атрибута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weight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48F690-20E5-B451-0892-429905791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313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2412940" y="2971379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Методы классов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D66A14-8283-ACB1-861D-40AAD85954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56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CF9297-4494-F6AE-2F9A-A5538517F244}"/>
              </a:ext>
            </a:extLst>
          </p:cNvPr>
          <p:cNvSpPr txBox="1"/>
          <p:nvPr/>
        </p:nvSpPr>
        <p:spPr>
          <a:xfrm>
            <a:off x="1497841" y="0"/>
            <a:ext cx="6380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Создаём метод класса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Greeter: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hello_world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Мир!"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 = Greeter()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greet.hello_world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2CDFAC-5C03-A452-D090-707D26D97A35}"/>
              </a:ext>
            </a:extLst>
          </p:cNvPr>
          <p:cNvSpPr txBox="1"/>
          <p:nvPr/>
        </p:nvSpPr>
        <p:spPr>
          <a:xfrm>
            <a:off x="1497841" y="4244454"/>
            <a:ext cx="6380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Мир!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3932D2-8FDA-EB93-C1FE-62637B599C8C}"/>
                  </a:ext>
                </a:extLst>
              </p14:cNvPr>
              <p14:cNvContentPartPr/>
              <p14:nvPr/>
            </p14:nvContentPartPr>
            <p14:xfrm>
              <a:off x="1935177" y="233027"/>
              <a:ext cx="3880440" cy="2414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93932D2-8FDA-EB93-C1FE-62637B599C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6177" y="224027"/>
                <a:ext cx="3898080" cy="24318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7FBA1DF-C13D-CFFE-71F0-C2F0559DD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406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78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Аргумент </a:t>
            </a:r>
            <a:r>
              <a:rPr lang="en-GB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self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5747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В него передается тот объект, который вызвал этот метод.  Поэтому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self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ещё часто называют «контекстным объектом».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greet.hello_world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()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преобразуется в вызов 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hello_world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(greet)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Этот факт объясняет особую важность параметра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self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 то,  почему он всегда должен быть первым в любом методе объекта,  который вы пишете. Вызывая метод, вы не должны передавать  значение для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self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явно — интерпретатор сделает это за вас.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42C333C-14E9-1F20-B027-BEC53A59A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96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4AD1C5-EC64-4597-1A49-BA937DCBF89D}"/>
              </a:ext>
            </a:extLst>
          </p:cNvPr>
          <p:cNvSpPr txBox="1"/>
          <p:nvPr/>
        </p:nvSpPr>
        <p:spPr>
          <a:xfrm>
            <a:off x="1515470" y="0"/>
            <a:ext cx="91610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Greeter: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hello_world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Мир!"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greeting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"""</a:t>
            </a:r>
            <a:r>
              <a:rPr lang="ru-RU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Поприветствовать человека с именем </a:t>
            </a:r>
            <a: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name."""</a:t>
            </a:r>
            <a:b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{}!"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format(name))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start_talking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weather_is_good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"""</a:t>
            </a:r>
            <a:r>
              <a:rPr lang="ru-RU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Поприветствовать и начать разговор с вопроса о погоде."""</a:t>
            </a:r>
            <a:br>
              <a:rPr lang="ru-RU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{}!"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format(name))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weather_is_good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Хорошая погода, не так ли?"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Отвратительная погода, не так ли?"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 = Greeter()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greet.hello_world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   </a:t>
            </a: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Мир!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greet.greeting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Петя"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Привет, Петя!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greet.start_talking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Саша"</a:t>
            </a:r>
            <a:r>
              <a:rPr lang="ru-RU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Петя!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Хорошая погода, не так ли?</a:t>
            </a:r>
            <a:endParaRPr lang="en-RU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BFB5A41-443B-6C8E-393B-EB3971E19D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770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4AD1C5-EC64-4597-1A49-BA937DCBF89D}"/>
              </a:ext>
            </a:extLst>
          </p:cNvPr>
          <p:cNvSpPr txBox="1"/>
          <p:nvPr/>
        </p:nvSpPr>
        <p:spPr>
          <a:xfrm>
            <a:off x="1515470" y="0"/>
            <a:ext cx="91610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Greeter: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hello_world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Мир!"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greeting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"""</a:t>
            </a:r>
            <a:r>
              <a:rPr lang="ru-RU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Поприветствовать человека с именем </a:t>
            </a:r>
            <a: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name."""</a:t>
            </a:r>
            <a:b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{}!"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format(name))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start_talking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weather_is_good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"""</a:t>
            </a:r>
            <a:r>
              <a:rPr lang="ru-RU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Поприветствовать и начать разговор с вопроса о погоде."""</a:t>
            </a:r>
            <a:br>
              <a:rPr lang="ru-RU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{}!"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format(name))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weather_is_good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Хорошая погода, не так ли?"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Отвратительная погода, не так ли?"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 = Greeter()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greet.hello_world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   </a:t>
            </a: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Мир!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greet.greeting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Петя"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Привет, Петя!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greet.start_talking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Саша"</a:t>
            </a:r>
            <a:r>
              <a:rPr lang="ru-RU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Петя!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Хорошая погода, не так ли?</a:t>
            </a:r>
            <a:endParaRPr lang="en-RU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D48A97D-B34A-CCE7-1757-96CC44B788B0}"/>
                  </a:ext>
                </a:extLst>
              </p14:cNvPr>
              <p14:cNvContentPartPr/>
              <p14:nvPr/>
            </p14:nvContentPartPr>
            <p14:xfrm>
              <a:off x="1536990" y="464507"/>
              <a:ext cx="2531520" cy="3551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D48A97D-B34A-CCE7-1757-96CC44B788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8350" y="455867"/>
                <a:ext cx="2549160" cy="35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C27B965-91EE-0CD1-E00E-412445F78FAF}"/>
                  </a:ext>
                </a:extLst>
              </p14:cNvPr>
              <p14:cNvContentPartPr/>
              <p14:nvPr/>
            </p14:nvContentPartPr>
            <p14:xfrm>
              <a:off x="1350672" y="839627"/>
              <a:ext cx="2286720" cy="3391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C27B965-91EE-0CD1-E00E-412445F78F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1672" y="830627"/>
                <a:ext cx="2304360" cy="340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F032974-8DFA-0934-3371-4D5CE73891B8}"/>
                  </a:ext>
                </a:extLst>
              </p14:cNvPr>
              <p14:cNvContentPartPr/>
              <p14:nvPr/>
            </p14:nvContentPartPr>
            <p14:xfrm>
              <a:off x="3702777" y="447227"/>
              <a:ext cx="5504760" cy="3647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F032974-8DFA-0934-3371-4D5CE73891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93777" y="438587"/>
                <a:ext cx="5522400" cy="36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4432C60-0467-7A2D-E156-25E8AC4717A5}"/>
                  </a:ext>
                </a:extLst>
              </p14:cNvPr>
              <p14:cNvContentPartPr/>
              <p14:nvPr/>
            </p14:nvContentPartPr>
            <p14:xfrm>
              <a:off x="1062897" y="1535867"/>
              <a:ext cx="3148920" cy="3113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4432C60-0467-7A2D-E156-25E8AC4717A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3897" y="1527227"/>
                <a:ext cx="3166560" cy="31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EB9AECA-199A-6A18-CB28-91C3EF1A1DA7}"/>
                  </a:ext>
                </a:extLst>
              </p14:cNvPr>
              <p14:cNvContentPartPr/>
              <p14:nvPr/>
            </p14:nvContentPartPr>
            <p14:xfrm>
              <a:off x="4091577" y="1453787"/>
              <a:ext cx="5422680" cy="3066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EB9AECA-199A-6A18-CB28-91C3EF1A1D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82577" y="1444787"/>
                <a:ext cx="5440320" cy="30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53E701B-FAF1-FEFD-48C9-966B3C5E2A97}"/>
                  </a:ext>
                </a:extLst>
              </p14:cNvPr>
              <p14:cNvContentPartPr/>
              <p14:nvPr/>
            </p14:nvContentPartPr>
            <p14:xfrm>
              <a:off x="4952697" y="1360547"/>
              <a:ext cx="4784400" cy="3228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53E701B-FAF1-FEFD-48C9-966B3C5E2A9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43697" y="1351907"/>
                <a:ext cx="4802040" cy="32457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6EB5F0F-4F5D-056C-D23F-3B2BC7CE5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433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387018" y="2767280"/>
            <a:ext cx="94179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Инициализация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экземпляров класса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E8F862D-EAC5-280B-E2E8-95DF35CC29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5160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9217380-E156-2F10-59F9-AD0EAF256D25}"/>
              </a:ext>
            </a:extLst>
          </p:cNvPr>
          <p:cNvSpPr txBox="1"/>
          <p:nvPr/>
        </p:nvSpPr>
        <p:spPr>
          <a:xfrm>
            <a:off x="1497841" y="0"/>
            <a:ext cx="909282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Класс «Машина»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start_engine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engine_on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 сожалению, не сработает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drive_to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city):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engine_on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Ошибка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NameError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Едем в город {}."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format(city))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Машина не заведена, никуда не едем"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= Car()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c.start_engine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c.drive_to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Владивосток'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DCC71-4FFA-CCAB-E3E1-0B8867F24EAA}"/>
              </a:ext>
            </a:extLst>
          </p:cNvPr>
          <p:cNvSpPr txBox="1"/>
          <p:nvPr/>
        </p:nvSpPr>
        <p:spPr>
          <a:xfrm>
            <a:off x="1497841" y="4272370"/>
            <a:ext cx="6380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NameError: name 'engine_on' is not defined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6283A16-1E93-BA39-5FC9-89A879FF49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98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B5698C-9608-ABE9-F106-FB0862C363E2}"/>
              </a:ext>
            </a:extLst>
          </p:cNvPr>
          <p:cNvSpPr txBox="1"/>
          <p:nvPr/>
        </p:nvSpPr>
        <p:spPr>
          <a:xfrm>
            <a:off x="1497841" y="0"/>
            <a:ext cx="919631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Класс «Машина»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start_engine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.engine_on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 сожалению, не сработает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drive_to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city):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.engine_on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Едем в город {}."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format(city))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Машина не заведена, никуда не едем"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= Car()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c.start_engine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c.drive_to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Владивосток'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D79FF-2CB3-B9FE-5166-22312BC3774C}"/>
              </a:ext>
            </a:extLst>
          </p:cNvPr>
          <p:cNvSpPr txBox="1"/>
          <p:nvPr/>
        </p:nvSpPr>
        <p:spPr>
          <a:xfrm>
            <a:off x="1497841" y="4272370"/>
            <a:ext cx="6380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Едем в город Владивосток.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696D11B-33D6-B4BE-C23F-8B94EAF1ACD7}"/>
                  </a:ext>
                </a:extLst>
              </p14:cNvPr>
              <p14:cNvContentPartPr/>
              <p14:nvPr/>
            </p14:nvContentPartPr>
            <p14:xfrm>
              <a:off x="4942854" y="1826027"/>
              <a:ext cx="266040" cy="71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696D11B-33D6-B4BE-C23F-8B94EAF1AC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3854" y="1817387"/>
                <a:ext cx="28368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0A6FB63-14E8-C488-A6FF-305D976826BD}"/>
              </a:ext>
            </a:extLst>
          </p:cNvPr>
          <p:cNvGrpSpPr/>
          <p:nvPr/>
        </p:nvGrpSpPr>
        <p:grpSpPr>
          <a:xfrm>
            <a:off x="3792654" y="1543427"/>
            <a:ext cx="5199840" cy="2114280"/>
            <a:chOff x="3792654" y="1543427"/>
            <a:chExt cx="5199840" cy="21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453C53A-BB2C-87BD-860A-0DBEB55493BF}"/>
                    </a:ext>
                  </a:extLst>
                </p14:cNvPr>
                <p14:cNvContentPartPr/>
                <p14:nvPr/>
              </p14:nvContentPartPr>
              <p14:xfrm>
                <a:off x="4941774" y="1624427"/>
                <a:ext cx="1607760" cy="268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453C53A-BB2C-87BD-860A-0DBEB55493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32774" y="1615787"/>
                  <a:ext cx="16254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D56E19-BF36-5AE8-2651-28C24DA0E319}"/>
                    </a:ext>
                  </a:extLst>
                </p14:cNvPr>
                <p14:cNvContentPartPr/>
                <p14:nvPr/>
              </p14:nvContentPartPr>
              <p14:xfrm>
                <a:off x="4943934" y="1805147"/>
                <a:ext cx="257400" cy="61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D56E19-BF36-5AE8-2651-28C24DA0E3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35294" y="1796507"/>
                  <a:ext cx="2750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41366A0-3AF0-26BE-8AA5-35083419E671}"/>
                    </a:ext>
                  </a:extLst>
                </p14:cNvPr>
                <p14:cNvContentPartPr/>
                <p14:nvPr/>
              </p14:nvContentPartPr>
              <p14:xfrm>
                <a:off x="5063454" y="1905227"/>
                <a:ext cx="38880" cy="1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41366A0-3AF0-26BE-8AA5-35083419E6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54454" y="1896587"/>
                  <a:ext cx="565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D534DF9-EA55-2810-70D7-FA5F3E95EDC2}"/>
                    </a:ext>
                  </a:extLst>
                </p14:cNvPr>
                <p14:cNvContentPartPr/>
                <p14:nvPr/>
              </p14:nvContentPartPr>
              <p14:xfrm>
                <a:off x="4940694" y="1907027"/>
                <a:ext cx="351720" cy="31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D534DF9-EA55-2810-70D7-FA5F3E95EDC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32054" y="1898027"/>
                  <a:ext cx="369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DC5C15-4748-4268-9CA5-50855852CE0C}"/>
                    </a:ext>
                  </a:extLst>
                </p14:cNvPr>
                <p14:cNvContentPartPr/>
                <p14:nvPr/>
              </p14:nvContentPartPr>
              <p14:xfrm>
                <a:off x="3792654" y="1543427"/>
                <a:ext cx="5199840" cy="2114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DC5C15-4748-4268-9CA5-50855852CE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83654" y="1534787"/>
                  <a:ext cx="5217480" cy="21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C8CFFF9-583E-56F6-95B9-8F8E5A5DC904}"/>
                  </a:ext>
                </a:extLst>
              </p14:cNvPr>
              <p14:cNvContentPartPr/>
              <p14:nvPr/>
            </p14:nvContentPartPr>
            <p14:xfrm>
              <a:off x="6933294" y="-3922813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C8CFFF9-583E-56F6-95B9-8F8E5A5DC9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24294" y="-39318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162596E8-E94E-2C73-9C82-05DD0FAE1307}"/>
              </a:ext>
            </a:extLst>
          </p:cNvPr>
          <p:cNvSpPr txBox="1"/>
          <p:nvPr/>
        </p:nvSpPr>
        <p:spPr>
          <a:xfrm>
            <a:off x="6196084" y="2947916"/>
            <a:ext cx="266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5"/>
                </a:solidFill>
                <a:latin typeface="IBM Plex Mono" panose="020B0509050203000203" pitchFamily="49" charset="77"/>
              </a:rPr>
              <a:t>Зависит от вызова </a:t>
            </a:r>
          </a:p>
          <a:p>
            <a:r>
              <a:rPr lang="en-US" dirty="0" err="1">
                <a:solidFill>
                  <a:schemeClr val="accent5"/>
                </a:solidFill>
                <a:latin typeface="IBM Plex Mono" panose="020B0509050203000203" pitchFamily="49" charset="77"/>
              </a:rPr>
              <a:t>start_engine</a:t>
            </a:r>
            <a:endParaRPr lang="en-RU" dirty="0">
              <a:solidFill>
                <a:schemeClr val="accent5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7E7E614-11B1-E373-10F0-AF2F5C24B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1465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5176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Специальные методы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4588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Нет ли способа задать значение атрибута </a:t>
            </a: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engine_on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по  умолчанию?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Да. Есть метод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init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который относится к группе так  называемых специальных методов, которые имеют особое  значение для интерпретатора 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Python.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Особое значение метода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init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заключается в том, что если такой метод в классе определён, то интерпретатор  автоматически вызывает его при создании каждого экземпляра  этого класса для инициализации экземпляра.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073575A-2548-E46F-0581-C7F098CB0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3619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93D7722-7B89-FA68-2250-91DD80467634}"/>
              </a:ext>
            </a:extLst>
          </p:cNvPr>
          <p:cNvSpPr txBox="1"/>
          <p:nvPr/>
        </p:nvSpPr>
        <p:spPr>
          <a:xfrm>
            <a:off x="1497841" y="0"/>
            <a:ext cx="919631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Класс «Машина»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400" dirty="0" err="1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init</a:t>
            </a:r>
            <a:r>
              <a:rPr lang="en-GB" sz="14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.engine_on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b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start_engine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.engine_on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b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drive_to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city):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.engine_on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Едем в город {}."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format(city))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Машина не заведена, никуда не едем"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car1 = Car()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car1.start_engine()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car1.drive_to(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Владивосток'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car2 = Car()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car2.drive_to(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Лиссабон'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94F81-497C-A733-B78F-9025D6171A30}"/>
              </a:ext>
            </a:extLst>
          </p:cNvPr>
          <p:cNvSpPr txBox="1"/>
          <p:nvPr/>
        </p:nvSpPr>
        <p:spPr>
          <a:xfrm>
            <a:off x="1497841" y="4832092"/>
            <a:ext cx="63803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Едем в город Владивосток.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Машина не заведена, никуда не едем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2E36BAD-2DF2-6B6A-4697-B23F415F1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401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512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Инкапсуляция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4193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Технология сокрытия информации о внутреннем устройстве  объекта за внешним интерфейсом из методов называется  инкапсуляцией.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Надо стараться делать интерфейс методов достаточно полным.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Тогда вы, как и другие программисты, будете пользоваться этими методами, а изменения в атрибутах не будут расползаться по коду,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использующему ваш класс. Кроме того, инкапсуляция позволяет шире использовать такое понятие, как  полиморфизм.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3565653-0426-7534-10D3-4DBFE7546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938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130537" y="2767280"/>
            <a:ext cx="993092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Соглашения об  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именовании, вызов  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методов атрибутов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BB3366-5B32-A431-26A7-37FB40D6D7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8680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895D7E-A181-878A-D6FA-9D2BE54A175A}"/>
              </a:ext>
            </a:extLst>
          </p:cNvPr>
          <p:cNvSpPr txBox="1"/>
          <p:nvPr/>
        </p:nvSpPr>
        <p:spPr>
          <a:xfrm>
            <a:off x="1497840" y="0"/>
            <a:ext cx="913376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RoboticMailDelivery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 err="1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init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.house_flat_pairs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add_mail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house_number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flat_number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"""</a:t>
            </a:r>
            <a:r>
              <a:rPr lang="ru-RU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Добавить информацию о доставке письма по номеру дома</a:t>
            </a:r>
            <a:br>
              <a:rPr lang="ru-RU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i="1" dirty="0" err="1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house_number</a:t>
            </a:r>
            <a: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квартира </a:t>
            </a:r>
            <a:r>
              <a:rPr lang="en-GB" sz="1600" i="1" dirty="0" err="1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flat_number</a:t>
            </a:r>
            <a: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."""</a:t>
            </a:r>
            <a:b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.house_flat_pairs.append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house_number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flat_number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flat_numbers_for_house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house_number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"""</a:t>
            </a:r>
            <a:r>
              <a:rPr lang="ru-RU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Вернуть список квартир в доме </a:t>
            </a:r>
            <a:r>
              <a:rPr lang="en-GB" sz="1600" i="1" dirty="0" err="1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house_number</a:t>
            </a:r>
            <a: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ru-RU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которые нужно доставить письма."""</a:t>
            </a:r>
            <a:br>
              <a:rPr lang="ru-RU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i="1" dirty="0">
                <a:solidFill>
                  <a:srgbClr val="62975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flat_numbers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.house_flat_pairs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 ==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house_number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flat_numbers.append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(f)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flat_numbers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F869239-04EA-D7DF-0115-6A6B19AA3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182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387017" y="2767280"/>
            <a:ext cx="9417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Специальные методы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BF57E2D-B5F7-14EB-4F34-1F740699E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317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5176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Специальные методы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535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Специальные методы имеют для интерпретатора особое значение.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Имена специальных методов и их смысл определены создателями  языка: создавать новые нельзя, можно только реализовывать существующие. Названия всех специальных методов начинаются и  заканчиваются на два подчёркивания.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Пример такого метода — уже знакомый нам	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init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Он предназначен для инициализации экземпляров и автоматически  вызывается интерпретатором после создания экземпляра объекта.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81FED4E-1B3B-5639-F0CA-C199D48AE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6992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5176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Специальные методы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462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Остальные специальные методы также вызываются в строго  определённых ситуациях.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Так, например, всякий раз, когда интерпретатор встречает запись  вида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x + y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он заменяет её на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x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.__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add__(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y)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 для реализации сложения нам достаточно определить в классе экземпляра 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x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метод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add__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94FC77-F3A1-E647-F9BE-DA3923C53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180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68FD3D-F563-5B04-2901-6DD1191F9E80}"/>
              </a:ext>
            </a:extLst>
          </p:cNvPr>
          <p:cNvSpPr txBox="1"/>
          <p:nvPr/>
        </p:nvSpPr>
        <p:spPr>
          <a:xfrm>
            <a:off x="1497840" y="0"/>
            <a:ext cx="912011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Пример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 err="1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init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minutes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seconds):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.minutes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minutes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.seconds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seconds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US" sz="1600" dirty="0">
                <a:solidFill>
                  <a:srgbClr val="B200B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m =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.minutes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other.minutes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 =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.seconds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other.seconds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m += s //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 = s %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Time(m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info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'{}:{}'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.format(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.minutes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.seconds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0B0A92-B17E-6A01-484C-E63DA8F29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7464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3F6FB7-CE5B-8ACF-CC51-1FDEA30EB375}"/>
              </a:ext>
            </a:extLst>
          </p:cNvPr>
          <p:cNvSpPr txBox="1"/>
          <p:nvPr/>
        </p:nvSpPr>
        <p:spPr>
          <a:xfrm>
            <a:off x="1552433" y="0"/>
            <a:ext cx="638032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t1 = Time(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(t1.info())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5:50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t2 = Time(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(t2.info())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3:20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t3 = t1 + t2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(t3.info())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9:10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B8689FE-EE2D-9382-3B66-BED9656DCD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9861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157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Важно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3849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Обратите внимание, что в методе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add__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	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мы создаём новый  экземпляр с результатом сложения, а не изменяем уже  существующий.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Для арифметических операторов мы будем поступать так почти  всегда, ведь при выполнении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z = x + y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ни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x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ни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y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изменяться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не должны.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Должен создаваться новый объект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z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 результатом операции.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E72144-EF59-4E08-A20B-039D0B279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580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2156458" y="2767280"/>
            <a:ext cx="787908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Переопределение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функции </a:t>
            </a:r>
            <a:r>
              <a:rPr lang="en-GB" sz="4000" dirty="0">
                <a:latin typeface="Press Start 2P" pitchFamily="2" charset="0"/>
              </a:rPr>
              <a:t>print()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0BE3A1A-8A9B-55AC-2BF9-A77D58168D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1029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78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Метод</a:t>
            </a:r>
            <a:r>
              <a:rPr lang="en-US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 __</a:t>
            </a:r>
            <a:r>
              <a:rPr lang="en-GB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str__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Перед выводом аргументов на печать функция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преобразует их в строки с помощью функции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str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Но функция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str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делает это не сама, а вызывает метод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str__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своего аргумента. Так что вызов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str(x)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эквивалентен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x.__str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__()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E9A48D-F6A1-7605-5FAF-6AE33A364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2766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4067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Печать объекта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Если мы сейчас попытаемся распечатать экземпляры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Time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просто с помощью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print(t1)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то получим что-то вроде: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&lt;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main__.Time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object at 0x7fa021586f98&gt;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Это сработала реализация метода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str__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	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по умолчанию из класса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object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Если мы определим в своём классе собственный метод	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__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str__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он заменит тот, что был унаследован от 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object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9C336A-CB59-4A5F-C2E3-7B8935172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7804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18E68E-7D32-E8D9-C012-519A6735E054}"/>
              </a:ext>
            </a:extLst>
          </p:cNvPr>
          <p:cNvSpPr txBox="1"/>
          <p:nvPr/>
        </p:nvSpPr>
        <p:spPr>
          <a:xfrm>
            <a:off x="1552433" y="0"/>
            <a:ext cx="90109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Пример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 err="1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init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minutes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seconds):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.minutes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minutes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.seconds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seconds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solidFill>
                  <a:srgbClr val="B200B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m =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.minutes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other.minutes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 =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.seconds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other.seconds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m += s //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 = s %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Time(m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__str__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'{}:{}'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.format(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.minutes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.seconds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E91BAD6-97AF-9196-7BEE-EF4ECC783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0467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3F6FB7-CE5B-8ACF-CC51-1FDEA30EB375}"/>
              </a:ext>
            </a:extLst>
          </p:cNvPr>
          <p:cNvSpPr txBox="1"/>
          <p:nvPr/>
        </p:nvSpPr>
        <p:spPr>
          <a:xfrm>
            <a:off x="1552433" y="0"/>
            <a:ext cx="638032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t1 = Time(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(t1)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5:50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t2 = Time(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(t2)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3:20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t3 = t1 + t2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(t3)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9:10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093FE6B-346C-58B0-0D04-E0E4200AC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5763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4899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Двумерные векторы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1" y="1455484"/>
            <a:ext cx="4899098" cy="30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Двумерные векторы — очень  полезный и важный  геометрический объект.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Векторы любой нужной  размерности уже есть в  библиотеке </a:t>
            </a:r>
            <a:r>
              <a:rPr lang="en-GB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Numpy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1DB76C78-5CAA-78EE-E526-82A8AE1A4C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3603" y="1210404"/>
            <a:ext cx="4610686" cy="4903441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945E12-BED7-F480-7F4F-2C9530091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5366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67ACAB-EF08-B9DD-B35A-AB61FCBF7449}"/>
              </a:ext>
            </a:extLst>
          </p:cNvPr>
          <p:cNvSpPr txBox="1"/>
          <p:nvPr/>
        </p:nvSpPr>
        <p:spPr>
          <a:xfrm>
            <a:off x="1511488" y="0"/>
            <a:ext cx="910646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Реализуем двумерный вектор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 err="1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init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x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y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__add__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other.x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other.y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__sub__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other.x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other.y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 err="1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mul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other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other)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 err="1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rmul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other):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other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other)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B200B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__str__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({}, {})'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.format(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94558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self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A9C4CF0-676E-3F01-2C08-41FFF3D73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8741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AAB132-9BA4-D248-2710-76508CA4CBB7}"/>
              </a:ext>
            </a:extLst>
          </p:cNvPr>
          <p:cNvSpPr txBox="1"/>
          <p:nvPr/>
        </p:nvSpPr>
        <p:spPr>
          <a:xfrm>
            <a:off x="1511490" y="0"/>
            <a:ext cx="91201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Реализуем двумерный вектор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v1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v2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v_sum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v1 + v2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v_sum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(1, 1)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v_mul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v1 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1.5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v_mul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(-3.0, 7.5)  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v_rmul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v1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v_rmul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MyVector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(4, -10)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4B39FDF-28D2-4763-BBCD-A186A8490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0903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387015" y="2767280"/>
            <a:ext cx="94179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Другие специальные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методы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0D37D13-452B-946D-A8CD-E7A533D4A9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6266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4067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Печать объекта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97BE5376-FB9E-DDDB-45C2-8673388F5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774680"/>
              </p:ext>
            </p:extLst>
          </p:nvPr>
        </p:nvGraphicFramePr>
        <p:xfrm>
          <a:off x="749300" y="1398609"/>
          <a:ext cx="10878594" cy="49161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39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9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Метод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38A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Описание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058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1376680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add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6425565" algn="l"/>
                          <a:tab pos="7370445" algn="l"/>
                        </a:tabLst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Сложение (x + y). Будет вызвано: 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x.</a:t>
                      </a:r>
                      <a:r>
                        <a:rPr lang="en-US" sz="1400" b="1" spc="0" dirty="0" err="1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add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(y)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2434" algn="l"/>
                          <a:tab pos="1342390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sub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Вычитание (x - y)</a:t>
                      </a:r>
                      <a:endParaRPr sz="1400" spc="0">
                        <a:latin typeface="IBM Plex Mono" panose="020B0509050203000203" pitchFamily="49" charset="77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1351915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mul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Умножение (x * y)</a:t>
                      </a:r>
                      <a:endParaRPr sz="1400" spc="0">
                        <a:latin typeface="IBM Plex Mono" panose="020B0509050203000203" pitchFamily="49" charset="77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1903095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truediv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Деление (x / y)</a:t>
                      </a:r>
                      <a:endParaRPr sz="1400" spc="0">
                        <a:latin typeface="IBM Plex Mono" panose="020B0509050203000203" pitchFamily="49" charset="77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2004695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floordiv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Целочисленное деление (x // y)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1503680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mod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Остаток от деления (x % y)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2005330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divmod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Частное и остаток (divmod(x, y))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159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1509395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radd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6431280" algn="l"/>
                          <a:tab pos="7510145" algn="l"/>
                        </a:tabLst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Сложение (y + x). Будет вызвано: y.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radd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(x)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1474470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rsub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Вычитание (y - x)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92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2434" algn="l"/>
                          <a:tab pos="934085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lt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6565265" algn="l"/>
                          <a:tab pos="7066915" algn="l"/>
                        </a:tabLst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Сравнение (x &lt; y). Будет вызвано: x</a:t>
                      </a:r>
                      <a:r>
                        <a:rPr lang="en-RU" sz="1400" spc="0" dirty="0">
                          <a:latin typeface="IBM Plex Mono" panose="020B0509050203000203" pitchFamily="49" charset="77"/>
                          <a:cs typeface="Calibri"/>
                        </a:rPr>
                        <a:t>.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lt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(y)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194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2434" algn="l"/>
                          <a:tab pos="1151255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eq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other)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6774815" algn="l"/>
                          <a:tab pos="7494270" algn="l"/>
                        </a:tabLst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Сравнение (x == y). Будет вызвано: 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x.</a:t>
                      </a:r>
                      <a:r>
                        <a:rPr lang="en-US" sz="1400" b="1" spc="0" dirty="0" err="1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eq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(y)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1222375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len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Возвращение длины объекта</a:t>
                      </a:r>
                      <a:endParaRPr sz="1400" spc="0">
                        <a:latin typeface="IBM Plex Mono" panose="020B0509050203000203" pitchFamily="49" charset="77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2042795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 err="1">
                          <a:latin typeface="IBM Plex Mono" panose="020B0509050203000203" pitchFamily="49" charset="77"/>
                          <a:cs typeface="Calibri"/>
                        </a:rPr>
                        <a:t>getitem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(self, key)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Доступ по индексу (или ключу)</a:t>
                      </a:r>
                      <a:endParaRPr sz="1400" spc="0">
                        <a:latin typeface="IBM Plex Mono" panose="020B0509050203000203" pitchFamily="49" charset="77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6166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431800" algn="l"/>
                          <a:tab pos="1267460" algn="l"/>
                        </a:tabLst>
                      </a:pP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call</a:t>
                      </a:r>
                      <a:r>
                        <a:rPr lang="en-US" sz="1400" b="1" spc="0" dirty="0">
                          <a:solidFill>
                            <a:srgbClr val="303938"/>
                          </a:solidFill>
                          <a:latin typeface="IBM Plex Mono" panose="020B0509050203000203" pitchFamily="49" charset="77"/>
                          <a:cs typeface="Tahoma"/>
                        </a:rPr>
                        <a:t>__</a:t>
                      </a: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(self[, args...])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0" dirty="0">
                          <a:latin typeface="IBM Plex Mono" panose="020B0509050203000203" pitchFamily="49" charset="77"/>
                          <a:cs typeface="Calibri"/>
                        </a:rPr>
                        <a:t>Вызов экземпляра класса как функции</a:t>
                      </a: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505876-6806-3B43-1C5B-68F6E8A4C1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5814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899976" y="2767280"/>
            <a:ext cx="83920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Переопределение 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функций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C02F85-7C23-0D3C-CA83-CB9D3ADB76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0506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1425E8-830A-BCE6-867A-E252780BA4C6}"/>
              </a:ext>
            </a:extLst>
          </p:cNvPr>
          <p:cNvSpPr txBox="1"/>
          <p:nvPr/>
        </p:nvSpPr>
        <p:spPr>
          <a:xfrm>
            <a:off x="1497841" y="0"/>
            <a:ext cx="63814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main_answer_in_the_universe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main_answer_in_the_universe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input()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570D7-8685-CAA5-91B9-BD91641D1CA8}"/>
              </a:ext>
            </a:extLst>
          </p:cNvPr>
          <p:cNvSpPr txBox="1"/>
          <p:nvPr/>
        </p:nvSpPr>
        <p:spPr>
          <a:xfrm>
            <a:off x="1497841" y="4832092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AD1261-2478-50FE-A988-DBB08FFF9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5247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9" y="2459504"/>
            <a:ext cx="890500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Инструкция </a:t>
            </a:r>
            <a:r>
              <a:rPr lang="en-GB" sz="4000" dirty="0">
                <a:latin typeface="Press Start 2P" pitchFamily="2" charset="0"/>
              </a:rPr>
              <a:t>pass. </a:t>
            </a:r>
            <a:endParaRPr lang="ru-RU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Согласованность 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аргументов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1BA6B97-71E8-B1EB-C167-9FD08BD78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3498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224869D-D130-F026-4B66-E930B3DE44B0}"/>
              </a:ext>
            </a:extLst>
          </p:cNvPr>
          <p:cNvSpPr txBox="1"/>
          <p:nvPr/>
        </p:nvSpPr>
        <p:spPr>
          <a:xfrm>
            <a:off x="1497841" y="0"/>
            <a:ext cx="6381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шепотом) Потише, пожалуйста!"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055AA0-DD06-8BF0-EFAE-C7658911F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2433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2412940" y="2897386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Инструкция </a:t>
            </a:r>
            <a:r>
              <a:rPr lang="en-GB" sz="4000" dirty="0">
                <a:latin typeface="Press Start 2P" pitchFamily="2" charset="0"/>
              </a:rPr>
              <a:t>def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8827406-1A6B-8E4D-FE7F-B447115FB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9890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EA4A5E4-4E0A-98D4-66EF-58C2273F6CA4}"/>
              </a:ext>
            </a:extLst>
          </p:cNvPr>
          <p:cNvSpPr txBox="1"/>
          <p:nvPr/>
        </p:nvSpPr>
        <p:spPr>
          <a:xfrm>
            <a:off x="1497841" y="0"/>
            <a:ext cx="6381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language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language ==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'Hi, 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'Joe'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D0C9F-E3D6-74B8-6474-C21712DC5166}"/>
              </a:ext>
            </a:extLst>
          </p:cNvPr>
          <p:cNvSpPr txBox="1"/>
          <p:nvPr/>
        </p:nvSpPr>
        <p:spPr>
          <a:xfrm>
            <a:off x="1497841" y="4832092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Hi,  Joe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C3C10F-400E-E1C5-02D2-92EA6880F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6565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157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Важно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2333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Стоит понимать, что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изменять существующие функции очень опасно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Почти всегда есть способ обойтись без этого, и этот способ стоит предпочесть. Переопределение функций делает программу плохо предсказуемой.</a:t>
            </a: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9F1D14A-9C03-783C-EFEC-A2C4BD095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762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61096" y="2897386"/>
            <a:ext cx="114698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Функция внутри функции</a:t>
            </a:r>
            <a:endParaRPr lang="en-GB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9632FB6-1F1E-80A6-E10D-870ABE882C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3864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7D24CA-2C3D-7CBC-2C54-267DB50E956F}"/>
              </a:ext>
            </a:extLst>
          </p:cNvPr>
          <p:cNvSpPr txBox="1"/>
          <p:nvPr/>
        </p:nvSpPr>
        <p:spPr>
          <a:xfrm>
            <a:off x="1490730" y="0"/>
            <a:ext cx="912146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answer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question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разработке'</a:t>
            </a: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dialog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answer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(question):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question.lower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startswith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когда'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Никогда!'</a:t>
            </a: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Разоблачили.'</a:t>
            </a: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question =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question !=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''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(answer(question))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question =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dialog()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&lt;=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Когда станет тепло?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Никогда!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&lt;= Когда смогу найти богатство?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Никогда!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&lt;= Какие в Чили существуют города?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Разоблачили</a:t>
            </a:r>
            <a:endParaRPr lang="en-RU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9173AAC-0F61-B4A1-C5BB-10F45E750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4525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438862" y="2897386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Декораторы</a:t>
            </a:r>
            <a:endParaRPr lang="en-GB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F2902A8-9014-1456-E56F-36215A865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4942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8FF0B6-C4AF-2564-085C-8E93F3754B88}"/>
              </a:ext>
            </a:extLst>
          </p:cNvPr>
          <p:cNvSpPr txBox="1"/>
          <p:nvPr/>
        </p:nvSpPr>
        <p:spPr>
          <a:xfrm>
            <a:off x="1497841" y="29683"/>
            <a:ext cx="91963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old_print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print_upper_case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args_upcased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).upper()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old_print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args_upcased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print_upper_case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Нельзя ли потише?'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0A5F7-39B9-4C4E-7F16-E809DA3B1E3F}"/>
              </a:ext>
            </a:extLst>
          </p:cNvPr>
          <p:cNvSpPr txBox="1"/>
          <p:nvPr/>
        </p:nvSpPr>
        <p:spPr>
          <a:xfrm>
            <a:off x="1497841" y="4872807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НЕЛЬЗЯ ЛИ ПОТИШЕ?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663E88-5E8A-5BE1-24A6-612202630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4932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00A5F7-39B9-4C4E-7F16-E809DA3B1E3F}"/>
              </a:ext>
            </a:extLst>
          </p:cNvPr>
          <p:cNvSpPr txBox="1"/>
          <p:nvPr/>
        </p:nvSpPr>
        <p:spPr>
          <a:xfrm>
            <a:off x="1497841" y="4872807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НЕЛЬЗЯ ЛИ ПОТИШЕ?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154F2-411E-142B-E08B-9174A86541BC}"/>
              </a:ext>
            </a:extLst>
          </p:cNvPr>
          <p:cNvSpPr txBox="1"/>
          <p:nvPr/>
        </p:nvSpPr>
        <p:spPr>
          <a:xfrm>
            <a:off x="1497841" y="1847"/>
            <a:ext cx="91963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use_uppercased_arguments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old_func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new_func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args_upcased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).upper()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old_func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args_upcased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new_func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use_uppercased_arguments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Нельзя ли потише?'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A31200-F697-C06B-F3FD-D405054F3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0660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Декораторы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2644170"/>
            <a:ext cx="1092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Декораторами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такие функции как </a:t>
            </a: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use_uppercased_arguments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()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называются потому, что обычно они добавляют какие-то штрихи (декор) к уже существующему поведению, не изменяя её код.</a:t>
            </a: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706BCFC-E8CA-B84B-C2DC-C17344052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982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6008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Примеры использования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279009"/>
            <a:ext cx="10921999" cy="457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269875" lvl="0" indent="-342900" algn="just" latinLnBrk="0">
              <a:spcBef>
                <a:spcPts val="95"/>
              </a:spcBef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Когда каждый вызов функции нужно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залоггировать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т.е. вывести при вызове сообщение о том, как и когда функция была вызвана.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Когда результат функции должен быть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закэширован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(т.е. после вычисления сохранен на будущее, чтобы не считать его повторно).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Чтобы функция использовалась для ответа на запросы к веб-серверу.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Чтобы перед запуском проверялось какое-то условие (например, что пользователь имеет право доступа к выполнению функции).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C501B69-55DD-68EA-392C-243602800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2996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1E7612-5162-A516-5031-FCF9593EF512}"/>
              </a:ext>
            </a:extLst>
          </p:cNvPr>
          <p:cNvSpPr txBox="1"/>
          <p:nvPr/>
        </p:nvSpPr>
        <p:spPr>
          <a:xfrm>
            <a:off x="1490730" y="0"/>
            <a:ext cx="913434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logged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count = </a:t>
            </a:r>
            <a: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decorated_func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nonlocal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count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count += </a:t>
            </a:r>
            <a: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(count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'&gt;&gt;'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'Arguments:'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'Named arguments:'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=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'--'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'Result:'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decorated_func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BBB52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@logged</a:t>
            </a:r>
            <a:br>
              <a:rPr lang="en-GB" sz="1400" dirty="0">
                <a:solidFill>
                  <a:srgbClr val="BBB52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typeOfMeat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withOnion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withTomato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withOnion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Луковые колечки'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withTomato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Ломтик помидора'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Котлета из'</a:t>
            </a:r>
            <a:r>
              <a:rPr lang="ru-RU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typeOfMeat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3801ABF-0AA3-B642-98EE-113EB949E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8100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2191923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399F3A-8A78-6BE5-01A1-A6197E495264}"/>
              </a:ext>
            </a:extLst>
          </p:cNvPr>
          <p:cNvSpPr txBox="1"/>
          <p:nvPr/>
        </p:nvSpPr>
        <p:spPr>
          <a:xfrm>
            <a:off x="1497841" y="2191923"/>
            <a:ext cx="63814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&gt;&gt; Arguments: ('Курица',) Named arguments: {}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Ломтик помидора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Котлета из Курица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 Result: None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&gt;&gt; Arguments: ('Рыба',) Named arguments: {}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Ломтик помидора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Котлета из Рыба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 Result: None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AF29D-F2BB-0399-B3F7-7BE64BDCA673}"/>
              </a:ext>
            </a:extLst>
          </p:cNvPr>
          <p:cNvSpPr txBox="1"/>
          <p:nvPr/>
        </p:nvSpPr>
        <p:spPr>
          <a:xfrm>
            <a:off x="1497841" y="0"/>
            <a:ext cx="6381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Курица'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Рыба'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1411583-C413-C47A-FA1D-F4DBBFE104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3418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CDA94F-7B68-274F-C551-432FC826B23F}"/>
              </a:ext>
            </a:extLst>
          </p:cNvPr>
          <p:cNvSpPr txBox="1"/>
          <p:nvPr/>
        </p:nvSpPr>
        <p:spPr>
          <a:xfrm>
            <a:off x="1516488" y="0"/>
            <a:ext cx="6381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2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logged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count =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2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decorated_func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nonlocal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count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count +=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current_index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count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current_index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'&gt;&gt;'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'Arguments:'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= 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current_index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'--'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'Result:'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result)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decorated_func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BBB52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@logged</a:t>
            </a:r>
            <a:br>
              <a:rPr lang="en-GB" sz="1200" dirty="0">
                <a:solidFill>
                  <a:srgbClr val="BBB52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2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(n):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 &lt;=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fib(n -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+ fib(n -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fib(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2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79DD01-BC50-020D-8CE6-91B0171F05E9}"/>
              </a:ext>
            </a:extLst>
          </p:cNvPr>
          <p:cNvSpPr txBox="1"/>
          <p:nvPr/>
        </p:nvSpPr>
        <p:spPr>
          <a:xfrm>
            <a:off x="6774287" y="0"/>
            <a:ext cx="30383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&gt;&gt; Arguments: (5,)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&gt;&gt; Arguments: (4,)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&gt;&gt; Arguments: (3,)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 &gt;&gt; Arguments: (2,)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&gt;&gt; Arguments: (1,)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3 -- Result: 2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&gt;&gt; Arguments: (2,)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2 -- Result: 3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 &gt;&gt; Arguments: (3,)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&gt;&gt; Arguments: (2,)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 &gt;&gt; Arguments: (1,)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7 -- Result: 2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1 -- Result: 5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51B050-28B3-7384-7F38-ECD933F01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9832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AD3D66-EA73-9F69-4021-978B42934EC1}"/>
              </a:ext>
            </a:extLst>
          </p:cNvPr>
          <p:cNvSpPr txBox="1"/>
          <p:nvPr/>
        </p:nvSpPr>
        <p:spPr>
          <a:xfrm>
            <a:off x="1497841" y="0"/>
            <a:ext cx="63814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Захват значения из аргумента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power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(degree):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** degree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square = power(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cube = power(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(square(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86D8D-5C15-495F-E6BF-917879FDACE9}"/>
              </a:ext>
            </a:extLst>
          </p:cNvPr>
          <p:cNvSpPr txBox="1"/>
          <p:nvPr/>
        </p:nvSpPr>
        <p:spPr>
          <a:xfrm>
            <a:off x="1497841" y="4832092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36A183-7790-3F6C-4B4D-EC84C724E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2149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883F17-15C2-EFD1-6176-39B795B766CB}"/>
              </a:ext>
            </a:extLst>
          </p:cNvPr>
          <p:cNvSpPr txBox="1"/>
          <p:nvPr/>
        </p:nvSpPr>
        <p:spPr>
          <a:xfrm>
            <a:off x="1490730" y="0"/>
            <a:ext cx="91343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Захват значения из аргумента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invitation_sender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(city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text):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(email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send_invitation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(email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city)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sender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invitation_sender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Москва'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'1 апреля 20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22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г'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'Приглашаем вас на встречу'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vasiliy-petrov@yandex.ru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Василий Петров'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petr-alekseev@yandex.ru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Петр Алексеев'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vasiliy-vasilyev@yandex.ru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Василий Васильев'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C081E67-B784-9C41-2F9D-673612735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4632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6285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Немного о терминологии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279009"/>
            <a:ext cx="10921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Функция, которая использует внешние переменные, не являющиеся её аргументами, называется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замыканием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 Если использует нелокальные переменные — она является замыканием (независимо от того, были ли они определены во внешней функции или пришли из аргументов внешней функции). Если функция использует глобальные переменные — это тоже замыкание. Но чаще всего замыканием называют все-таки функцию, которая использует нелокальные переменные. Такая функция как бы «таскает за собой» свои внешние переменные, но никому их не показывает.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D7244A-873C-0EF1-759B-4C9E5D375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521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6285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Немного о терминологии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279009"/>
            <a:ext cx="10921999" cy="307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Функция, которая принимает функцию в качестве аргумента или же возвращает функцию, называется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функцией высшего порядка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Функция, которая принимает функцию и возвращает функцию называется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декоратором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 Но при этом предполагается, что возвращенная функция должна быть обёрткой над переданной функцией.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7F24FA-517A-048C-705D-B57CA8CAA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9038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8F852-B314-AD32-6EA2-B538907F814C}"/>
              </a:ext>
            </a:extLst>
          </p:cNvPr>
          <p:cNvSpPr txBox="1"/>
          <p:nvPr/>
        </p:nvSpPr>
        <p:spPr>
          <a:xfrm>
            <a:off x="1030309" y="721218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Press Start 2P" pitchFamily="2" charset="0"/>
              </a:rPr>
              <a:t>TO BE CONTINUED...</a:t>
            </a:r>
            <a:endParaRPr lang="en-RU" sz="2800" dirty="0">
              <a:latin typeface="Press Start 2P" pitchFamily="2" charset="0"/>
            </a:endParaRP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81BF42D6-53C6-440F-31B3-011B1220E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094" y="2296086"/>
            <a:ext cx="877194" cy="877194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A5586908-4016-5D83-2451-E0E74DFD7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930" y="5088724"/>
            <a:ext cx="834652" cy="834652"/>
          </a:xfrm>
          <a:prstGeom prst="rect">
            <a:avLst/>
          </a:prstGeom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31C37454-E21D-E496-B531-6FADC9E65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576" y="3357229"/>
            <a:ext cx="1731495" cy="173149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8C3BE1F-B797-D7F1-96CF-5C5DA82E45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659082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D395F"/>
        </a:solidFill>
        <a:ln w="3024" cap="flat">
          <a:noFill/>
          <a:prstDash val="solid"/>
          <a:miter/>
        </a:ln>
      </a:spPr>
      <a:bodyPr rtlCol="0" anchor="ctr"/>
      <a:lstStyle>
        <a:defPPr algn="ctr">
          <a:defRPr sz="3200" b="1" dirty="0" smtClean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29784</TotalTime>
  <Words>4418</Words>
  <Application>Microsoft Office PowerPoint</Application>
  <PresentationFormat>Широкоэкранный</PresentationFormat>
  <Paragraphs>346</Paragraphs>
  <Slides>82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82</vt:i4>
      </vt:variant>
    </vt:vector>
  </HeadingPairs>
  <TitlesOfParts>
    <vt:vector size="91" baseType="lpstr">
      <vt:lpstr>IBM Plex Mono</vt:lpstr>
      <vt:lpstr>Arial</vt:lpstr>
      <vt:lpstr>Press Start 2P</vt:lpstr>
      <vt:lpstr>맑은 고딕</vt:lpstr>
      <vt:lpstr>Wingdings</vt:lpstr>
      <vt:lpstr>JetBrains Mono</vt:lpstr>
      <vt:lpstr>VT323</vt:lpstr>
      <vt:lpstr>Cambria</vt:lpstr>
      <vt:lpstr>PPTMON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Kirill Baranov</cp:lastModifiedBy>
  <cp:revision>156</cp:revision>
  <dcterms:created xsi:type="dcterms:W3CDTF">2019-04-06T05:20:47Z</dcterms:created>
  <dcterms:modified xsi:type="dcterms:W3CDTF">2024-12-03T18:50:26Z</dcterms:modified>
</cp:coreProperties>
</file>
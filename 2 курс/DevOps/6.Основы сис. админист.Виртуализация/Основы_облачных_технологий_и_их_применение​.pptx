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72797-8496-D116-A3DD-01C86FB993D1}" v="148" dt="2024-12-07T11:37:24.612"/>
    <p1510:client id="{442C65C0-35C7-0147-B39C-665C7C6ACEC3}" v="3" dt="2024-12-07T11:20:51.838"/>
    <p1510:client id="{A69AE602-53CD-FD88-5796-84DA7ABA1120}" v="124" dt="2024-12-07T11:20:0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im Nikitaev" userId="ac4409ddac901ccf" providerId="Windows Live" clId="Web-{40172797-8496-D116-A3DD-01C86FB993D1}"/>
    <pc:docChg chg="addSld modSld">
      <pc:chgData name="Vadim Nikitaev" userId="ac4409ddac901ccf" providerId="Windows Live" clId="Web-{40172797-8496-D116-A3DD-01C86FB993D1}" dt="2024-12-07T11:37:22.330" v="166" actId="20577"/>
      <pc:docMkLst>
        <pc:docMk/>
      </pc:docMkLst>
      <pc:sldChg chg="modSp">
        <pc:chgData name="Vadim Nikitaev" userId="ac4409ddac901ccf" providerId="Windows Live" clId="Web-{40172797-8496-D116-A3DD-01C86FB993D1}" dt="2024-12-07T11:27:06.361" v="110" actId="20577"/>
        <pc:sldMkLst>
          <pc:docMk/>
          <pc:sldMk cId="1649188106" sldId="257"/>
        </pc:sldMkLst>
        <pc:spChg chg="mod">
          <ac:chgData name="Vadim Nikitaev" userId="ac4409ddac901ccf" providerId="Windows Live" clId="Web-{40172797-8496-D116-A3DD-01C86FB993D1}" dt="2024-12-07T11:27:06.361" v="110" actId="20577"/>
          <ac:spMkLst>
            <pc:docMk/>
            <pc:sldMk cId="1649188106" sldId="257"/>
            <ac:spMk id="2" creationId="{53607FBC-F9F2-8671-5EBB-D6F8FD7899BB}"/>
          </ac:spMkLst>
        </pc:spChg>
      </pc:sldChg>
      <pc:sldChg chg="modSp">
        <pc:chgData name="Vadim Nikitaev" userId="ac4409ddac901ccf" providerId="Windows Live" clId="Web-{40172797-8496-D116-A3DD-01C86FB993D1}" dt="2024-12-07T11:27:06.392" v="111" actId="20577"/>
        <pc:sldMkLst>
          <pc:docMk/>
          <pc:sldMk cId="713542082" sldId="259"/>
        </pc:sldMkLst>
        <pc:spChg chg="mod">
          <ac:chgData name="Vadim Nikitaev" userId="ac4409ddac901ccf" providerId="Windows Live" clId="Web-{40172797-8496-D116-A3DD-01C86FB993D1}" dt="2024-12-07T11:27:06.392" v="111" actId="20577"/>
          <ac:spMkLst>
            <pc:docMk/>
            <pc:sldMk cId="713542082" sldId="259"/>
            <ac:spMk id="2" creationId="{8D5A8F24-DFFE-C13B-54F2-5D5A2CCD0511}"/>
          </ac:spMkLst>
        </pc:spChg>
      </pc:sldChg>
      <pc:sldChg chg="modSp">
        <pc:chgData name="Vadim Nikitaev" userId="ac4409ddac901ccf" providerId="Windows Live" clId="Web-{40172797-8496-D116-A3DD-01C86FB993D1}" dt="2024-12-07T11:27:10.033" v="113" actId="20577"/>
        <pc:sldMkLst>
          <pc:docMk/>
          <pc:sldMk cId="783280425" sldId="260"/>
        </pc:sldMkLst>
        <pc:spChg chg="mod">
          <ac:chgData name="Vadim Nikitaev" userId="ac4409ddac901ccf" providerId="Windows Live" clId="Web-{40172797-8496-D116-A3DD-01C86FB993D1}" dt="2024-12-07T11:27:10.033" v="113" actId="20577"/>
          <ac:spMkLst>
            <pc:docMk/>
            <pc:sldMk cId="783280425" sldId="260"/>
            <ac:spMk id="2" creationId="{85F3170E-4E85-C7D9-5B96-7E42ACF9FFC5}"/>
          </ac:spMkLst>
        </pc:spChg>
      </pc:sldChg>
      <pc:sldChg chg="addSp delSp modSp mod modClrScheme delDesignElem chgLayout">
        <pc:chgData name="Vadim Nikitaev" userId="ac4409ddac901ccf" providerId="Windows Live" clId="Web-{40172797-8496-D116-A3DD-01C86FB993D1}" dt="2024-12-07T11:23:01.198" v="34" actId="20577"/>
        <pc:sldMkLst>
          <pc:docMk/>
          <pc:sldMk cId="1441869060" sldId="263"/>
        </pc:sldMkLst>
        <pc:spChg chg="mod ord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2" creationId="{DC563BC7-A15B-E269-6756-CE4171EBA3F9}"/>
          </ac:spMkLst>
        </pc:spChg>
        <pc:spChg chg="del mod">
          <ac:chgData name="Vadim Nikitaev" userId="ac4409ddac901ccf" providerId="Windows Live" clId="Web-{40172797-8496-D116-A3DD-01C86FB993D1}" dt="2024-12-07T11:22:15.369" v="15"/>
          <ac:spMkLst>
            <pc:docMk/>
            <pc:sldMk cId="1441869060" sldId="263"/>
            <ac:spMk id="3" creationId="{BF82A64D-4912-F2B1-5BBD-6D97BF33878E}"/>
          </ac:spMkLst>
        </pc:spChg>
        <pc:spChg chg="add mod ord">
          <ac:chgData name="Vadim Nikitaev" userId="ac4409ddac901ccf" providerId="Windows Live" clId="Web-{40172797-8496-D116-A3DD-01C86FB993D1}" dt="2024-12-07T11:22:00.337" v="12" actId="1076"/>
          <ac:spMkLst>
            <pc:docMk/>
            <pc:sldMk cId="1441869060" sldId="263"/>
            <ac:spMk id="4" creationId="{3D1F3F07-F093-5AB5-899D-18D930EEE9BA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40" creationId="{F837543A-6020-4505-A233-C9DB4BF74011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42" creationId="{35B16301-FB18-48BA-A6DD-C37CAF6F9A18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44" creationId="{C3C0D90E-074A-4F52-9B11-B52BEF4BCBE5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46" creationId="{CABBD4C1-E6F8-46F6-8152-A8A97490BF4D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48" creationId="{83BA5EF5-1FE9-4BF9-83BB-269BCDDF6156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52" creationId="{88853921-7BC9-4BDE-ACAB-133C683C82D6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54" creationId="{09192968-3AE7-4470-A61C-97294BB92731}"/>
          </ac:spMkLst>
        </pc:spChg>
        <pc:spChg chg="del">
          <ac:chgData name="Vadim Nikitaev" userId="ac4409ddac901ccf" providerId="Windows Live" clId="Web-{40172797-8496-D116-A3DD-01C86FB993D1}" dt="2024-12-07T11:21:41.071" v="6"/>
          <ac:spMkLst>
            <pc:docMk/>
            <pc:sldMk cId="1441869060" sldId="263"/>
            <ac:spMk id="56" creationId="{3AB72E55-43E4-4356-BFE8-E2102CB0B505}"/>
          </ac:spMkLst>
        </pc:spChg>
        <pc:graphicFrameChg chg="add mod modGraphic">
          <ac:chgData name="Vadim Nikitaev" userId="ac4409ddac901ccf" providerId="Windows Live" clId="Web-{40172797-8496-D116-A3DD-01C86FB993D1}" dt="2024-12-07T11:23:01.198" v="34" actId="20577"/>
          <ac:graphicFrameMkLst>
            <pc:docMk/>
            <pc:sldMk cId="1441869060" sldId="263"/>
            <ac:graphicFrameMk id="36" creationId="{ED49CAB8-DF4E-BA25-54DA-00DA43A1511A}"/>
          </ac:graphicFrameMkLst>
        </pc:graphicFrameChg>
      </pc:sldChg>
      <pc:sldChg chg="addSp modSp mod setBg modClrScheme chgLayout">
        <pc:chgData name="Vadim Nikitaev" userId="ac4409ddac901ccf" providerId="Windows Live" clId="Web-{40172797-8496-D116-A3DD-01C86FB993D1}" dt="2024-12-07T11:26:52.142" v="109"/>
        <pc:sldMkLst>
          <pc:docMk/>
          <pc:sldMk cId="957662278" sldId="264"/>
        </pc:sldMkLst>
        <pc:spChg chg="mod ord">
          <ac:chgData name="Vadim Nikitaev" userId="ac4409ddac901ccf" providerId="Windows Live" clId="Web-{40172797-8496-D116-A3DD-01C86FB993D1}" dt="2024-12-07T11:26:52.142" v="109"/>
          <ac:spMkLst>
            <pc:docMk/>
            <pc:sldMk cId="957662278" sldId="264"/>
            <ac:spMk id="2" creationId="{C785E548-F656-3F26-E7C7-DC4B899AB8C8}"/>
          </ac:spMkLst>
        </pc:spChg>
        <pc:spChg chg="mod ord">
          <ac:chgData name="Vadim Nikitaev" userId="ac4409ddac901ccf" providerId="Windows Live" clId="Web-{40172797-8496-D116-A3DD-01C86FB993D1}" dt="2024-12-07T11:26:52.142" v="109"/>
          <ac:spMkLst>
            <pc:docMk/>
            <pc:sldMk cId="957662278" sldId="264"/>
            <ac:spMk id="3" creationId="{C62082DA-7CA6-C7C7-4CB1-7C849DBB396D}"/>
          </ac:spMkLst>
        </pc:spChg>
        <pc:spChg chg="add mod ord">
          <ac:chgData name="Vadim Nikitaev" userId="ac4409ddac901ccf" providerId="Windows Live" clId="Web-{40172797-8496-D116-A3DD-01C86FB993D1}" dt="2024-12-07T11:26:52.142" v="109"/>
          <ac:spMkLst>
            <pc:docMk/>
            <pc:sldMk cId="957662278" sldId="264"/>
            <ac:spMk id="4" creationId="{6DD5AC5A-B65F-289E-3082-4AEEF131477E}"/>
          </ac:spMkLst>
        </pc:spChg>
        <pc:spChg chg="add">
          <ac:chgData name="Vadim Nikitaev" userId="ac4409ddac901ccf" providerId="Windows Live" clId="Web-{40172797-8496-D116-A3DD-01C86FB993D1}" dt="2024-12-07T11:26:52.142" v="109"/>
          <ac:spMkLst>
            <pc:docMk/>
            <pc:sldMk cId="957662278" sldId="264"/>
            <ac:spMk id="9" creationId="{4C608BEB-860E-4094-8511-78603564A75E}"/>
          </ac:spMkLst>
        </pc:spChg>
        <pc:cxnChg chg="add">
          <ac:chgData name="Vadim Nikitaev" userId="ac4409ddac901ccf" providerId="Windows Live" clId="Web-{40172797-8496-D116-A3DD-01C86FB993D1}" dt="2024-12-07T11:26:52.142" v="109"/>
          <ac:cxnSpMkLst>
            <pc:docMk/>
            <pc:sldMk cId="957662278" sldId="264"/>
            <ac:cxnSpMk id="11" creationId="{1F16A8D4-FE87-4604-88B2-394B5D1EB437}"/>
          </ac:cxnSpMkLst>
        </pc:cxnChg>
      </pc:sldChg>
      <pc:sldChg chg="addSp modSp new mod setBg">
        <pc:chgData name="Vadim Nikitaev" userId="ac4409ddac901ccf" providerId="Windows Live" clId="Web-{40172797-8496-D116-A3DD-01C86FB993D1}" dt="2024-12-07T11:29:18.942" v="140"/>
        <pc:sldMkLst>
          <pc:docMk/>
          <pc:sldMk cId="2283988212" sldId="265"/>
        </pc:sldMkLst>
        <pc:spChg chg="mod">
          <ac:chgData name="Vadim Nikitaev" userId="ac4409ddac901ccf" providerId="Windows Live" clId="Web-{40172797-8496-D116-A3DD-01C86FB993D1}" dt="2024-12-07T11:29:18.942" v="140"/>
          <ac:spMkLst>
            <pc:docMk/>
            <pc:sldMk cId="2283988212" sldId="265"/>
            <ac:spMk id="2" creationId="{8B674F28-FACE-740D-B9E5-E9E4A8384492}"/>
          </ac:spMkLst>
        </pc:spChg>
        <pc:spChg chg="mod">
          <ac:chgData name="Vadim Nikitaev" userId="ac4409ddac901ccf" providerId="Windows Live" clId="Web-{40172797-8496-D116-A3DD-01C86FB993D1}" dt="2024-12-07T11:29:18.942" v="140"/>
          <ac:spMkLst>
            <pc:docMk/>
            <pc:sldMk cId="2283988212" sldId="265"/>
            <ac:spMk id="3" creationId="{FFA64A90-E2CD-84AF-A45F-9362066B1D5A}"/>
          </ac:spMkLst>
        </pc:spChg>
        <pc:spChg chg="mod">
          <ac:chgData name="Vadim Nikitaev" userId="ac4409ddac901ccf" providerId="Windows Live" clId="Web-{40172797-8496-D116-A3DD-01C86FB993D1}" dt="2024-12-07T11:29:18.942" v="140"/>
          <ac:spMkLst>
            <pc:docMk/>
            <pc:sldMk cId="2283988212" sldId="265"/>
            <ac:spMk id="4" creationId="{3FC5E7B3-E463-9080-97A6-25A957C1EA00}"/>
          </ac:spMkLst>
        </pc:spChg>
        <pc:spChg chg="add">
          <ac:chgData name="Vadim Nikitaev" userId="ac4409ddac901ccf" providerId="Windows Live" clId="Web-{40172797-8496-D116-A3DD-01C86FB993D1}" dt="2024-12-07T11:29:18.942" v="140"/>
          <ac:spMkLst>
            <pc:docMk/>
            <pc:sldMk cId="2283988212" sldId="265"/>
            <ac:spMk id="9" creationId="{4FFBEE45-F140-49D5-85EA-C78C24340B23}"/>
          </ac:spMkLst>
        </pc:spChg>
      </pc:sldChg>
      <pc:sldChg chg="addSp delSp modSp new mod setBg modClrScheme chgLayout">
        <pc:chgData name="Vadim Nikitaev" userId="ac4409ddac901ccf" providerId="Windows Live" clId="Web-{40172797-8496-D116-A3DD-01C86FB993D1}" dt="2024-12-07T11:30:57.742" v="152"/>
        <pc:sldMkLst>
          <pc:docMk/>
          <pc:sldMk cId="3441370586" sldId="266"/>
        </pc:sldMkLst>
        <pc:spChg chg="mod ord">
          <ac:chgData name="Vadim Nikitaev" userId="ac4409ddac901ccf" providerId="Windows Live" clId="Web-{40172797-8496-D116-A3DD-01C86FB993D1}" dt="2024-12-07T11:30:57.742" v="152"/>
          <ac:spMkLst>
            <pc:docMk/>
            <pc:sldMk cId="3441370586" sldId="266"/>
            <ac:spMk id="2" creationId="{4C8B9B30-16D4-BE75-4257-41FDED1578CA}"/>
          </ac:spMkLst>
        </pc:spChg>
        <pc:spChg chg="mod ord">
          <ac:chgData name="Vadim Nikitaev" userId="ac4409ddac901ccf" providerId="Windows Live" clId="Web-{40172797-8496-D116-A3DD-01C86FB993D1}" dt="2024-12-07T11:30:57.742" v="152"/>
          <ac:spMkLst>
            <pc:docMk/>
            <pc:sldMk cId="3441370586" sldId="266"/>
            <ac:spMk id="3" creationId="{D6938C17-968C-5720-58AB-61D2C5842B31}"/>
          </ac:spMkLst>
        </pc:spChg>
        <pc:spChg chg="del">
          <ac:chgData name="Vadim Nikitaev" userId="ac4409ddac901ccf" providerId="Windows Live" clId="Web-{40172797-8496-D116-A3DD-01C86FB993D1}" dt="2024-12-07T11:29:42.084" v="141"/>
          <ac:spMkLst>
            <pc:docMk/>
            <pc:sldMk cId="3441370586" sldId="266"/>
            <ac:spMk id="4" creationId="{3A391761-B40C-929E-6348-11241DF93102}"/>
          </ac:spMkLst>
        </pc:spChg>
        <pc:spChg chg="add">
          <ac:chgData name="Vadim Nikitaev" userId="ac4409ddac901ccf" providerId="Windows Live" clId="Web-{40172797-8496-D116-A3DD-01C86FB993D1}" dt="2024-12-07T11:30:57.742" v="152"/>
          <ac:spMkLst>
            <pc:docMk/>
            <pc:sldMk cId="3441370586" sldId="266"/>
            <ac:spMk id="8" creationId="{C05CBC3C-2E5A-4839-8B9B-2E5A6ADF0F58}"/>
          </ac:spMkLst>
        </pc:spChg>
        <pc:spChg chg="add">
          <ac:chgData name="Vadim Nikitaev" userId="ac4409ddac901ccf" providerId="Windows Live" clId="Web-{40172797-8496-D116-A3DD-01C86FB993D1}" dt="2024-12-07T11:30:57.742" v="152"/>
          <ac:spMkLst>
            <pc:docMk/>
            <pc:sldMk cId="3441370586" sldId="266"/>
            <ac:spMk id="10" creationId="{827FF362-FC97-4BF5-949B-D4ADFA26E457}"/>
          </ac:spMkLst>
        </pc:spChg>
      </pc:sldChg>
      <pc:sldChg chg="addSp delSp modSp new mod setBg modClrScheme chgLayout">
        <pc:chgData name="Vadim Nikitaev" userId="ac4409ddac901ccf" providerId="Windows Live" clId="Web-{40172797-8496-D116-A3DD-01C86FB993D1}" dt="2024-12-07T11:37:22.330" v="166" actId="20577"/>
        <pc:sldMkLst>
          <pc:docMk/>
          <pc:sldMk cId="3267005244" sldId="267"/>
        </pc:sldMkLst>
        <pc:spChg chg="mod ord">
          <ac:chgData name="Vadim Nikitaev" userId="ac4409ddac901ccf" providerId="Windows Live" clId="Web-{40172797-8496-D116-A3DD-01C86FB993D1}" dt="2024-12-07T11:37:12.455" v="162"/>
          <ac:spMkLst>
            <pc:docMk/>
            <pc:sldMk cId="3267005244" sldId="267"/>
            <ac:spMk id="2" creationId="{E7621589-0843-D9D5-8566-A5145FDEDD03}"/>
          </ac:spMkLst>
        </pc:spChg>
        <pc:spChg chg="mod ord">
          <ac:chgData name="Vadim Nikitaev" userId="ac4409ddac901ccf" providerId="Windows Live" clId="Web-{40172797-8496-D116-A3DD-01C86FB993D1}" dt="2024-12-07T11:37:22.330" v="166" actId="20577"/>
          <ac:spMkLst>
            <pc:docMk/>
            <pc:sldMk cId="3267005244" sldId="267"/>
            <ac:spMk id="3" creationId="{0C1D4672-3A4A-C09B-EF83-433E7F717823}"/>
          </ac:spMkLst>
        </pc:spChg>
        <pc:spChg chg="del">
          <ac:chgData name="Vadim Nikitaev" userId="ac4409ddac901ccf" providerId="Windows Live" clId="Web-{40172797-8496-D116-A3DD-01C86FB993D1}" dt="2024-12-07T11:35:53.812" v="159"/>
          <ac:spMkLst>
            <pc:docMk/>
            <pc:sldMk cId="3267005244" sldId="267"/>
            <ac:spMk id="4" creationId="{E4F7CCB8-B7D3-D1B3-66BE-9CFED3E56B17}"/>
          </ac:spMkLst>
        </pc:spChg>
        <pc:spChg chg="add">
          <ac:chgData name="Vadim Nikitaev" userId="ac4409ddac901ccf" providerId="Windows Live" clId="Web-{40172797-8496-D116-A3DD-01C86FB993D1}" dt="2024-12-07T11:37:12.455" v="162"/>
          <ac:spMkLst>
            <pc:docMk/>
            <pc:sldMk cId="3267005244" sldId="267"/>
            <ac:spMk id="8" creationId="{777A147A-9ED8-46B4-8660-1B3C2AA880B5}"/>
          </ac:spMkLst>
        </pc:spChg>
        <pc:spChg chg="add">
          <ac:chgData name="Vadim Nikitaev" userId="ac4409ddac901ccf" providerId="Windows Live" clId="Web-{40172797-8496-D116-A3DD-01C86FB993D1}" dt="2024-12-07T11:37:12.455" v="162"/>
          <ac:spMkLst>
            <pc:docMk/>
            <pc:sldMk cId="3267005244" sldId="267"/>
            <ac:spMk id="10" creationId="{5D6C15A0-C087-4593-8414-2B4EC1CDC3DE}"/>
          </ac:spMkLst>
        </pc:spChg>
      </pc:sldChg>
    </pc:docChg>
  </pc:docChgLst>
  <pc:docChgLst>
    <pc:chgData name="Vadim Nikitaev" userId="ac4409ddac901ccf" providerId="Windows Live" clId="Web-{A69AE602-53CD-FD88-5796-84DA7ABA1120}"/>
    <pc:docChg chg="addSld modSld">
      <pc:chgData name="Vadim Nikitaev" userId="ac4409ddac901ccf" providerId="Windows Live" clId="Web-{A69AE602-53CD-FD88-5796-84DA7ABA1120}" dt="2024-12-07T11:20:18.392" v="142"/>
      <pc:docMkLst>
        <pc:docMk/>
      </pc:docMkLst>
      <pc:sldChg chg="addSp delSp modSp mod setBg">
        <pc:chgData name="Vadim Nikitaev" userId="ac4409ddac901ccf" providerId="Windows Live" clId="Web-{A69AE602-53CD-FD88-5796-84DA7ABA1120}" dt="2024-12-07T10:50:25.256" v="50"/>
        <pc:sldMkLst>
          <pc:docMk/>
          <pc:sldMk cId="1351651579" sldId="256"/>
        </pc:sldMkLst>
        <pc:spChg chg="mod">
          <ac:chgData name="Vadim Nikitaev" userId="ac4409ddac901ccf" providerId="Windows Live" clId="Web-{A69AE602-53CD-FD88-5796-84DA7ABA1120}" dt="2024-12-07T10:50:25.256" v="50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Vadim Nikitaev" userId="ac4409ddac901ccf" providerId="Windows Live" clId="Web-{A69AE602-53CD-FD88-5796-84DA7ABA1120}" dt="2024-12-07T10:50:25.256" v="50"/>
          <ac:spMkLst>
            <pc:docMk/>
            <pc:sldMk cId="1351651579" sldId="256"/>
            <ac:spMk id="3" creationId="{00000000-0000-0000-0000-000000000000}"/>
          </ac:spMkLst>
        </pc:spChg>
        <pc:spChg chg="add">
          <ac:chgData name="Vadim Nikitaev" userId="ac4409ddac901ccf" providerId="Windows Live" clId="Web-{A69AE602-53CD-FD88-5796-84DA7ABA1120}" dt="2024-12-07T10:50:25.256" v="50"/>
          <ac:spMkLst>
            <pc:docMk/>
            <pc:sldMk cId="1351651579" sldId="256"/>
            <ac:spMk id="5" creationId="{8C459BAD-4279-4A9D-B0C5-662C5F5ED21F}"/>
          </ac:spMkLst>
        </pc:spChg>
        <pc:spChg chg="add">
          <ac:chgData name="Vadim Nikitaev" userId="ac4409ddac901ccf" providerId="Windows Live" clId="Web-{A69AE602-53CD-FD88-5796-84DA7ABA1120}" dt="2024-12-07T10:50:25.256" v="50"/>
          <ac:spMkLst>
            <pc:docMk/>
            <pc:sldMk cId="1351651579" sldId="256"/>
            <ac:spMk id="6" creationId="{0953BC39-9D68-40BE-BF3C-5C4EB782AF94}"/>
          </ac:spMkLst>
        </pc:spChg>
        <pc:spChg chg="add">
          <ac:chgData name="Vadim Nikitaev" userId="ac4409ddac901ccf" providerId="Windows Live" clId="Web-{A69AE602-53CD-FD88-5796-84DA7ABA1120}" dt="2024-12-07T10:50:25.256" v="50"/>
          <ac:spMkLst>
            <pc:docMk/>
            <pc:sldMk cId="1351651579" sldId="256"/>
            <ac:spMk id="8" creationId="{32D45EE4-C4F0-4F72-B1C6-39F596D138A9}"/>
          </ac:spMkLst>
        </pc:spChg>
        <pc:spChg chg="add del">
          <ac:chgData name="Vadim Nikitaev" userId="ac4409ddac901ccf" providerId="Windows Live" clId="Web-{A69AE602-53CD-FD88-5796-84DA7ABA1120}" dt="2024-12-07T10:49:53.286" v="49"/>
          <ac:spMkLst>
            <pc:docMk/>
            <pc:sldMk cId="1351651579" sldId="256"/>
            <ac:spMk id="10" creationId="{A3363022-C969-41E9-8EB2-E4C94908C1FA}"/>
          </ac:spMkLst>
        </pc:spChg>
        <pc:spChg chg="add del">
          <ac:chgData name="Vadim Nikitaev" userId="ac4409ddac901ccf" providerId="Windows Live" clId="Web-{A69AE602-53CD-FD88-5796-84DA7ABA1120}" dt="2024-12-07T10:49:53.286" v="49"/>
          <ac:spMkLst>
            <pc:docMk/>
            <pc:sldMk cId="1351651579" sldId="256"/>
            <ac:spMk id="12" creationId="{8D1AD6B3-BE88-4CEB-BA17-790657CC4729}"/>
          </ac:spMkLst>
        </pc:spChg>
        <pc:spChg chg="add del">
          <ac:chgData name="Vadim Nikitaev" userId="ac4409ddac901ccf" providerId="Windows Live" clId="Web-{A69AE602-53CD-FD88-5796-84DA7ABA1120}" dt="2024-12-07T10:49:52.536" v="48"/>
          <ac:spMkLst>
            <pc:docMk/>
            <pc:sldMk cId="1351651579" sldId="256"/>
            <ac:spMk id="22" creationId="{A3363022-C969-41E9-8EB2-E4C94908C1FA}"/>
          </ac:spMkLst>
        </pc:spChg>
        <pc:spChg chg="add del">
          <ac:chgData name="Vadim Nikitaev" userId="ac4409ddac901ccf" providerId="Windows Live" clId="Web-{A69AE602-53CD-FD88-5796-84DA7ABA1120}" dt="2024-12-07T10:49:52.536" v="48"/>
          <ac:spMkLst>
            <pc:docMk/>
            <pc:sldMk cId="1351651579" sldId="256"/>
            <ac:spMk id="24" creationId="{8D1AD6B3-BE88-4CEB-BA17-790657CC4729}"/>
          </ac:spMkLst>
        </pc:spChg>
        <pc:grpChg chg="add del">
          <ac:chgData name="Vadim Nikitaev" userId="ac4409ddac901ccf" providerId="Windows Live" clId="Web-{A69AE602-53CD-FD88-5796-84DA7ABA1120}" dt="2024-12-07T10:49:53.286" v="49"/>
          <ac:grpSpMkLst>
            <pc:docMk/>
            <pc:sldMk cId="1351651579" sldId="256"/>
            <ac:grpSpMk id="14" creationId="{89D1390B-7E13-4B4F-9CB2-391063412E54}"/>
          </ac:grpSpMkLst>
        </pc:grpChg>
        <pc:grpChg chg="add del">
          <ac:chgData name="Vadim Nikitaev" userId="ac4409ddac901ccf" providerId="Windows Live" clId="Web-{A69AE602-53CD-FD88-5796-84DA7ABA1120}" dt="2024-12-07T10:49:52.536" v="48"/>
          <ac:grpSpMkLst>
            <pc:docMk/>
            <pc:sldMk cId="1351651579" sldId="256"/>
            <ac:grpSpMk id="26" creationId="{89D1390B-7E13-4B4F-9CB2-391063412E54}"/>
          </ac:grpSpMkLst>
        </pc:grpChg>
        <pc:picChg chg="add del">
          <ac:chgData name="Vadim Nikitaev" userId="ac4409ddac901ccf" providerId="Windows Live" clId="Web-{A69AE602-53CD-FD88-5796-84DA7ABA1120}" dt="2024-12-07T10:49:53.286" v="49"/>
          <ac:picMkLst>
            <pc:docMk/>
            <pc:sldMk cId="1351651579" sldId="256"/>
            <ac:picMk id="7" creationId="{18FF957D-87B3-3766-9433-633DDA6629C1}"/>
          </ac:picMkLst>
        </pc:picChg>
      </pc:sldChg>
      <pc:sldChg chg="addSp delSp modSp new mod setBg">
        <pc:chgData name="Vadim Nikitaev" userId="ac4409ddac901ccf" providerId="Windows Live" clId="Web-{A69AE602-53CD-FD88-5796-84DA7ABA1120}" dt="2024-12-07T10:50:35.866" v="51"/>
        <pc:sldMkLst>
          <pc:docMk/>
          <pc:sldMk cId="1649188106" sldId="257"/>
        </pc:sldMkLst>
        <pc:spChg chg="mo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2" creationId="{53607FBC-F9F2-8671-5EBB-D6F8FD7899BB}"/>
          </ac:spMkLst>
        </pc:spChg>
        <pc:spChg chg="del">
          <ac:chgData name="Vadim Nikitaev" userId="ac4409ddac901ccf" providerId="Windows Live" clId="Web-{A69AE602-53CD-FD88-5796-84DA7ABA1120}" dt="2024-12-07T10:45:16.792" v="7"/>
          <ac:spMkLst>
            <pc:docMk/>
            <pc:sldMk cId="1649188106" sldId="257"/>
            <ac:spMk id="3" creationId="{F4BA9AD4-33B0-E752-3F9E-B3B59921FF7A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7" creationId="{59EF30C2-29AC-4A0D-BC0A-A679CF113EDD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9" creationId="{9C682A1A-5B2D-4111-BBD6-620165633E5B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13" creationId="{A04F1504-431A-4D86-9091-AE7E4B33376B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15" creationId="{EA804283-B929-4503-802F-4585376E2B42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17" creationId="{AD3811F5-514E-49A4-B382-673ED228A4CC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19" creationId="{067AD921-1CEE-4C1B-9AA3-C66D908DDD14}"/>
          </ac:spMkLst>
        </pc:spChg>
        <pc:spChg chg="add">
          <ac:chgData name="Vadim Nikitaev" userId="ac4409ddac901ccf" providerId="Windows Live" clId="Web-{A69AE602-53CD-FD88-5796-84DA7ABA1120}" dt="2024-12-07T10:50:35.866" v="51"/>
          <ac:spMkLst>
            <pc:docMk/>
            <pc:sldMk cId="1649188106" sldId="257"/>
            <ac:spMk id="21" creationId="{C36A08F5-3B56-47C5-A371-9187BE56E1E5}"/>
          </ac:spMkLst>
        </pc:spChg>
        <pc:cxnChg chg="add">
          <ac:chgData name="Vadim Nikitaev" userId="ac4409ddac901ccf" providerId="Windows Live" clId="Web-{A69AE602-53CD-FD88-5796-84DA7ABA1120}" dt="2024-12-07T10:50:35.866" v="51"/>
          <ac:cxnSpMkLst>
            <pc:docMk/>
            <pc:sldMk cId="1649188106" sldId="257"/>
            <ac:cxnSpMk id="11" creationId="{266A0658-1CC4-4B0D-AAB7-A702286AFB03}"/>
          </ac:cxnSpMkLst>
        </pc:cxnChg>
      </pc:sldChg>
      <pc:sldChg chg="addSp delSp modSp new mod setBg">
        <pc:chgData name="Vadim Nikitaev" userId="ac4409ddac901ccf" providerId="Windows Live" clId="Web-{A69AE602-53CD-FD88-5796-84DA7ABA1120}" dt="2024-12-07T10:52:19.197" v="74"/>
        <pc:sldMkLst>
          <pc:docMk/>
          <pc:sldMk cId="3276352312" sldId="258"/>
        </pc:sldMkLst>
        <pc:spChg chg="mod">
          <ac:chgData name="Vadim Nikitaev" userId="ac4409ddac901ccf" providerId="Windows Live" clId="Web-{A69AE602-53CD-FD88-5796-84DA7ABA1120}" dt="2024-12-07T10:50:41.694" v="52"/>
          <ac:spMkLst>
            <pc:docMk/>
            <pc:sldMk cId="3276352312" sldId="258"/>
            <ac:spMk id="2" creationId="{7C4EDDB2-0C96-E0BF-2F8F-9FF67A1974C8}"/>
          </ac:spMkLst>
        </pc:spChg>
        <pc:spChg chg="del mod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3" creationId="{F69C2C5F-D883-8A48-3780-91B0E35AB467}"/>
          </ac:spMkLst>
        </pc:spChg>
        <pc:spChg chg="add">
          <ac:chgData name="Vadim Nikitaev" userId="ac4409ddac901ccf" providerId="Windows Live" clId="Web-{A69AE602-53CD-FD88-5796-84DA7ABA1120}" dt="2024-12-07T10:50:41.694" v="52"/>
          <ac:spMkLst>
            <pc:docMk/>
            <pc:sldMk cId="3276352312" sldId="258"/>
            <ac:spMk id="8" creationId="{F837543A-6020-4505-A233-C9DB4BF74011}"/>
          </ac:spMkLst>
        </pc:spChg>
        <pc:spChg chg="add">
          <ac:chgData name="Vadim Nikitaev" userId="ac4409ddac901ccf" providerId="Windows Live" clId="Web-{A69AE602-53CD-FD88-5796-84DA7ABA1120}" dt="2024-12-07T10:50:41.694" v="52"/>
          <ac:spMkLst>
            <pc:docMk/>
            <pc:sldMk cId="3276352312" sldId="258"/>
            <ac:spMk id="10" creationId="{35B16301-FB18-48BA-A6DD-C37CAF6F9A18}"/>
          </ac:spMkLst>
        </pc:spChg>
        <pc:spChg chg="add del">
          <ac:chgData name="Vadim Nikitaev" userId="ac4409ddac901ccf" providerId="Windows Live" clId="Web-{A69AE602-53CD-FD88-5796-84DA7ABA1120}" dt="2024-12-07T10:52:05.103" v="67"/>
          <ac:spMkLst>
            <pc:docMk/>
            <pc:sldMk cId="3276352312" sldId="258"/>
            <ac:spMk id="12" creationId="{C3C0D90E-074A-4F52-9B11-B52BEF4BCBE5}"/>
          </ac:spMkLst>
        </pc:spChg>
        <pc:spChg chg="add del">
          <ac:chgData name="Vadim Nikitaev" userId="ac4409ddac901ccf" providerId="Windows Live" clId="Web-{A69AE602-53CD-FD88-5796-84DA7ABA1120}" dt="2024-12-07T10:52:05.103" v="67"/>
          <ac:spMkLst>
            <pc:docMk/>
            <pc:sldMk cId="3276352312" sldId="258"/>
            <ac:spMk id="14" creationId="{CABBD4C1-E6F8-46F6-8152-A8A97490BF4D}"/>
          </ac:spMkLst>
        </pc:spChg>
        <pc:spChg chg="add del">
          <ac:chgData name="Vadim Nikitaev" userId="ac4409ddac901ccf" providerId="Windows Live" clId="Web-{A69AE602-53CD-FD88-5796-84DA7ABA1120}" dt="2024-12-07T10:52:05.103" v="67"/>
          <ac:spMkLst>
            <pc:docMk/>
            <pc:sldMk cId="3276352312" sldId="258"/>
            <ac:spMk id="16" creationId="{83BA5EF5-1FE9-4BF9-83BB-269BCDDF6156}"/>
          </ac:spMkLst>
        </pc:spChg>
        <pc:spChg chg="add">
          <ac:chgData name="Vadim Nikitaev" userId="ac4409ddac901ccf" providerId="Windows Live" clId="Web-{A69AE602-53CD-FD88-5796-84DA7ABA1120}" dt="2024-12-07T10:50:41.694" v="52"/>
          <ac:spMkLst>
            <pc:docMk/>
            <pc:sldMk cId="3276352312" sldId="258"/>
            <ac:spMk id="20" creationId="{88853921-7BC9-4BDE-ACAB-133C683C82D6}"/>
          </ac:spMkLst>
        </pc:spChg>
        <pc:spChg chg="add del">
          <ac:chgData name="Vadim Nikitaev" userId="ac4409ddac901ccf" providerId="Windows Live" clId="Web-{A69AE602-53CD-FD88-5796-84DA7ABA1120}" dt="2024-12-07T10:52:05.103" v="67"/>
          <ac:spMkLst>
            <pc:docMk/>
            <pc:sldMk cId="3276352312" sldId="258"/>
            <ac:spMk id="22" creationId="{09192968-3AE7-4470-A61C-97294BB92731}"/>
          </ac:spMkLst>
        </pc:spChg>
        <pc:spChg chg="add">
          <ac:chgData name="Vadim Nikitaev" userId="ac4409ddac901ccf" providerId="Windows Live" clId="Web-{A69AE602-53CD-FD88-5796-84DA7ABA1120}" dt="2024-12-07T10:50:41.694" v="52"/>
          <ac:spMkLst>
            <pc:docMk/>
            <pc:sldMk cId="3276352312" sldId="258"/>
            <ac:spMk id="24" creationId="{3AB72E55-43E4-4356-BFE8-E2102CB0B505}"/>
          </ac:spMkLst>
        </pc:spChg>
        <pc:spChg chg="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29" creationId="{F837543A-6020-4505-A233-C9DB4BF74011}"/>
          </ac:spMkLst>
        </pc:spChg>
        <pc:spChg chg="add 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31" creationId="{35B16301-FB18-48BA-A6DD-C37CAF6F9A18}"/>
          </ac:spMkLst>
        </pc:spChg>
        <pc:spChg chg="add 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33" creationId="{C3C0D90E-074A-4F52-9B11-B52BEF4BCBE5}"/>
          </ac:spMkLst>
        </pc:spChg>
        <pc:spChg chg="add 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35" creationId="{CABBD4C1-E6F8-46F6-8152-A8A97490BF4D}"/>
          </ac:spMkLst>
        </pc:spChg>
        <pc:spChg chg="add 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37" creationId="{83BA5EF5-1FE9-4BF9-83BB-269BCDDF6156}"/>
          </ac:spMkLst>
        </pc:spChg>
        <pc:spChg chg="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41" creationId="{88853921-7BC9-4BDE-ACAB-133C683C82D6}"/>
          </ac:spMkLst>
        </pc:spChg>
        <pc:spChg chg="add 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43" creationId="{09192968-3AE7-4470-A61C-97294BB92731}"/>
          </ac:spMkLst>
        </pc:spChg>
        <pc:spChg chg="del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45" creationId="{3AB72E55-43E4-4356-BFE8-E2102CB0B505}"/>
          </ac:spMkLst>
        </pc:spChg>
        <pc:spChg chg="add">
          <ac:chgData name="Vadim Nikitaev" userId="ac4409ddac901ccf" providerId="Windows Live" clId="Web-{A69AE602-53CD-FD88-5796-84DA7ABA1120}" dt="2024-12-07T10:52:19.197" v="74"/>
          <ac:spMkLst>
            <pc:docMk/>
            <pc:sldMk cId="3276352312" sldId="258"/>
            <ac:spMk id="51" creationId="{2E442304-DDBD-4F7B-8017-36BCC863FB40}"/>
          </ac:spMkLst>
        </pc:spChg>
      </pc:sldChg>
      <pc:sldChg chg="addSp modSp new mod setBg">
        <pc:chgData name="Vadim Nikitaev" userId="ac4409ddac901ccf" providerId="Windows Live" clId="Web-{A69AE602-53CD-FD88-5796-84DA7ABA1120}" dt="2024-12-07T10:50:48.741" v="53"/>
        <pc:sldMkLst>
          <pc:docMk/>
          <pc:sldMk cId="713542082" sldId="259"/>
        </pc:sldMkLst>
        <pc:spChg chg="mo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2" creationId="{8D5A8F24-DFFE-C13B-54F2-5D5A2CCD0511}"/>
          </ac:spMkLst>
        </pc:spChg>
        <pc:spChg chg="mo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3" creationId="{6FAB54F4-5368-AD20-A62C-86C7FE392E5D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8" creationId="{F837543A-6020-4505-A233-C9DB4BF74011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10" creationId="{35B16301-FB18-48BA-A6DD-C37CAF6F9A18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12" creationId="{C3C0D90E-074A-4F52-9B11-B52BEF4BCBE5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14" creationId="{CABBD4C1-E6F8-46F6-8152-A8A97490BF4D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16" creationId="{83BA5EF5-1FE9-4BF9-83BB-269BCDDF6156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20" creationId="{88853921-7BC9-4BDE-ACAB-133C683C82D6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22" creationId="{09192968-3AE7-4470-A61C-97294BB92731}"/>
          </ac:spMkLst>
        </pc:spChg>
        <pc:spChg chg="add">
          <ac:chgData name="Vadim Nikitaev" userId="ac4409ddac901ccf" providerId="Windows Live" clId="Web-{A69AE602-53CD-FD88-5796-84DA7ABA1120}" dt="2024-12-07T10:50:48.741" v="53"/>
          <ac:spMkLst>
            <pc:docMk/>
            <pc:sldMk cId="713542082" sldId="259"/>
            <ac:spMk id="24" creationId="{3AB72E55-43E4-4356-BFE8-E2102CB0B505}"/>
          </ac:spMkLst>
        </pc:spChg>
      </pc:sldChg>
      <pc:sldChg chg="addSp delSp modSp new mod setBg">
        <pc:chgData name="Vadim Nikitaev" userId="ac4409ddac901ccf" providerId="Windows Live" clId="Web-{A69AE602-53CD-FD88-5796-84DA7ABA1120}" dt="2024-12-07T10:51:12.836" v="56"/>
        <pc:sldMkLst>
          <pc:docMk/>
          <pc:sldMk cId="783280425" sldId="260"/>
        </pc:sldMkLst>
        <pc:spChg chg="mod">
          <ac:chgData name="Vadim Nikitaev" userId="ac4409ddac901ccf" providerId="Windows Live" clId="Web-{A69AE602-53CD-FD88-5796-84DA7ABA1120}" dt="2024-12-07T10:51:12.836" v="56"/>
          <ac:spMkLst>
            <pc:docMk/>
            <pc:sldMk cId="783280425" sldId="260"/>
            <ac:spMk id="2" creationId="{85F3170E-4E85-C7D9-5B96-7E42ACF9FFC5}"/>
          </ac:spMkLst>
        </pc:spChg>
        <pc:spChg chg="mod">
          <ac:chgData name="Vadim Nikitaev" userId="ac4409ddac901ccf" providerId="Windows Live" clId="Web-{A69AE602-53CD-FD88-5796-84DA7ABA1120}" dt="2024-12-07T10:51:12.836" v="56"/>
          <ac:spMkLst>
            <pc:docMk/>
            <pc:sldMk cId="783280425" sldId="260"/>
            <ac:spMk id="3" creationId="{86B70C65-D879-CF34-2D7B-F91EF5D17578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8" creationId="{F837543A-6020-4505-A233-C9DB4BF74011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10" creationId="{35B16301-FB18-48BA-A6DD-C37CAF6F9A18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12" creationId="{C3C0D90E-074A-4F52-9B11-B52BEF4BCBE5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14" creationId="{CABBD4C1-E6F8-46F6-8152-A8A97490BF4D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16" creationId="{83BA5EF5-1FE9-4BF9-83BB-269BCDDF6156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20" creationId="{88853921-7BC9-4BDE-ACAB-133C683C82D6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22" creationId="{09192968-3AE7-4470-A61C-97294BB92731}"/>
          </ac:spMkLst>
        </pc:spChg>
        <pc:spChg chg="add del">
          <ac:chgData name="Vadim Nikitaev" userId="ac4409ddac901ccf" providerId="Windows Live" clId="Web-{A69AE602-53CD-FD88-5796-84DA7ABA1120}" dt="2024-12-07T10:51:12.820" v="55"/>
          <ac:spMkLst>
            <pc:docMk/>
            <pc:sldMk cId="783280425" sldId="260"/>
            <ac:spMk id="24" creationId="{3AB72E55-43E4-4356-BFE8-E2102CB0B505}"/>
          </ac:spMkLst>
        </pc:spChg>
        <pc:spChg chg="add">
          <ac:chgData name="Vadim Nikitaev" userId="ac4409ddac901ccf" providerId="Windows Live" clId="Web-{A69AE602-53CD-FD88-5796-84DA7ABA1120}" dt="2024-12-07T10:51:12.836" v="56"/>
          <ac:spMkLst>
            <pc:docMk/>
            <pc:sldMk cId="783280425" sldId="260"/>
            <ac:spMk id="26" creationId="{907EF6B7-1338-4443-8C46-6A318D952DFD}"/>
          </ac:spMkLst>
        </pc:spChg>
        <pc:spChg chg="add">
          <ac:chgData name="Vadim Nikitaev" userId="ac4409ddac901ccf" providerId="Windows Live" clId="Web-{A69AE602-53CD-FD88-5796-84DA7ABA1120}" dt="2024-12-07T10:51:12.836" v="56"/>
          <ac:spMkLst>
            <pc:docMk/>
            <pc:sldMk cId="783280425" sldId="260"/>
            <ac:spMk id="27" creationId="{DAAE4CDD-124C-4DCF-9584-B6033B545DD5}"/>
          </ac:spMkLst>
        </pc:spChg>
        <pc:spChg chg="add">
          <ac:chgData name="Vadim Nikitaev" userId="ac4409ddac901ccf" providerId="Windows Live" clId="Web-{A69AE602-53CD-FD88-5796-84DA7ABA1120}" dt="2024-12-07T10:51:12.836" v="56"/>
          <ac:spMkLst>
            <pc:docMk/>
            <pc:sldMk cId="783280425" sldId="260"/>
            <ac:spMk id="28" creationId="{081E4A58-353D-44AE-B2FC-2A74E2E400F7}"/>
          </ac:spMkLst>
        </pc:spChg>
      </pc:sldChg>
      <pc:sldChg chg="addSp delSp modSp new mod setBg">
        <pc:chgData name="Vadim Nikitaev" userId="ac4409ddac901ccf" providerId="Windows Live" clId="Web-{A69AE602-53CD-FD88-5796-84DA7ABA1120}" dt="2024-12-07T10:54:04.451" v="87"/>
        <pc:sldMkLst>
          <pc:docMk/>
          <pc:sldMk cId="1068540813" sldId="261"/>
        </pc:sldMkLst>
        <pc:spChg chg="mod">
          <ac:chgData name="Vadim Nikitaev" userId="ac4409ddac901ccf" providerId="Windows Live" clId="Web-{A69AE602-53CD-FD88-5796-84DA7ABA1120}" dt="2024-12-07T10:54:04.451" v="87"/>
          <ac:spMkLst>
            <pc:docMk/>
            <pc:sldMk cId="1068540813" sldId="261"/>
            <ac:spMk id="2" creationId="{0624FBEC-2589-6AD3-AB1F-5CDE817AFC67}"/>
          </ac:spMkLst>
        </pc:spChg>
        <pc:spChg chg="del mod">
          <ac:chgData name="Vadim Nikitaev" userId="ac4409ddac901ccf" providerId="Windows Live" clId="Web-{A69AE602-53CD-FD88-5796-84DA7ABA1120}" dt="2024-12-07T10:54:04.451" v="87"/>
          <ac:spMkLst>
            <pc:docMk/>
            <pc:sldMk cId="1068540813" sldId="261"/>
            <ac:spMk id="3" creationId="{82099E45-7C90-6B8B-63A6-0CB2BD540620}"/>
          </ac:spMkLst>
        </pc:spChg>
        <pc:spChg chg="add">
          <ac:chgData name="Vadim Nikitaev" userId="ac4409ddac901ccf" providerId="Windows Live" clId="Web-{A69AE602-53CD-FD88-5796-84DA7ABA1120}" dt="2024-12-07T10:54:04.451" v="87"/>
          <ac:spMkLst>
            <pc:docMk/>
            <pc:sldMk cId="1068540813" sldId="261"/>
            <ac:spMk id="9" creationId="{2E442304-DDBD-4F7B-8017-36BCC863FB40}"/>
          </ac:spMkLst>
        </pc:spChg>
        <pc:spChg chg="add">
          <ac:chgData name="Vadim Nikitaev" userId="ac4409ddac901ccf" providerId="Windows Live" clId="Web-{A69AE602-53CD-FD88-5796-84DA7ABA1120}" dt="2024-12-07T10:54:04.451" v="87"/>
          <ac:spMkLst>
            <pc:docMk/>
            <pc:sldMk cId="1068540813" sldId="261"/>
            <ac:spMk id="11" creationId="{5E107275-3853-46FD-A241-DE4355A42675}"/>
          </ac:spMkLst>
        </pc:spChg>
        <pc:graphicFrameChg chg="add">
          <ac:chgData name="Vadim Nikitaev" userId="ac4409ddac901ccf" providerId="Windows Live" clId="Web-{A69AE602-53CD-FD88-5796-84DA7ABA1120}" dt="2024-12-07T10:54:04.451" v="87"/>
          <ac:graphicFrameMkLst>
            <pc:docMk/>
            <pc:sldMk cId="1068540813" sldId="261"/>
            <ac:graphicFrameMk id="5" creationId="{0D2DED0F-38D8-DF43-CDBF-341B0B49E620}"/>
          </ac:graphicFrameMkLst>
        </pc:graphicFrameChg>
      </pc:sldChg>
      <pc:sldChg chg="addSp modSp new mod setBg">
        <pc:chgData name="Vadim Nikitaev" userId="ac4409ddac901ccf" providerId="Windows Live" clId="Web-{A69AE602-53CD-FD88-5796-84DA7ABA1120}" dt="2024-12-07T11:18:14.106" v="119"/>
        <pc:sldMkLst>
          <pc:docMk/>
          <pc:sldMk cId="926503023" sldId="262"/>
        </pc:sldMkLst>
        <pc:spChg chg="mod">
          <ac:chgData name="Vadim Nikitaev" userId="ac4409ddac901ccf" providerId="Windows Live" clId="Web-{A69AE602-53CD-FD88-5796-84DA7ABA1120}" dt="2024-12-07T11:18:14.106" v="119"/>
          <ac:spMkLst>
            <pc:docMk/>
            <pc:sldMk cId="926503023" sldId="262"/>
            <ac:spMk id="2" creationId="{530E2DC8-6647-F4E1-7E17-A2668A5E8F30}"/>
          </ac:spMkLst>
        </pc:spChg>
        <pc:spChg chg="mod">
          <ac:chgData name="Vadim Nikitaev" userId="ac4409ddac901ccf" providerId="Windows Live" clId="Web-{A69AE602-53CD-FD88-5796-84DA7ABA1120}" dt="2024-12-07T11:18:14.106" v="119"/>
          <ac:spMkLst>
            <pc:docMk/>
            <pc:sldMk cId="926503023" sldId="262"/>
            <ac:spMk id="3" creationId="{CBBF4285-6D1B-391E-D080-F9C1371D5C60}"/>
          </ac:spMkLst>
        </pc:spChg>
        <pc:spChg chg="add">
          <ac:chgData name="Vadim Nikitaev" userId="ac4409ddac901ccf" providerId="Windows Live" clId="Web-{A69AE602-53CD-FD88-5796-84DA7ABA1120}" dt="2024-12-07T11:18:14.106" v="119"/>
          <ac:spMkLst>
            <pc:docMk/>
            <pc:sldMk cId="926503023" sldId="262"/>
            <ac:spMk id="8" creationId="{907EF6B7-1338-4443-8C46-6A318D952DFD}"/>
          </ac:spMkLst>
        </pc:spChg>
        <pc:spChg chg="add">
          <ac:chgData name="Vadim Nikitaev" userId="ac4409ddac901ccf" providerId="Windows Live" clId="Web-{A69AE602-53CD-FD88-5796-84DA7ABA1120}" dt="2024-12-07T11:18:14.106" v="119"/>
          <ac:spMkLst>
            <pc:docMk/>
            <pc:sldMk cId="926503023" sldId="262"/>
            <ac:spMk id="10" creationId="{DAAE4CDD-124C-4DCF-9584-B6033B545DD5}"/>
          </ac:spMkLst>
        </pc:spChg>
        <pc:spChg chg="add">
          <ac:chgData name="Vadim Nikitaev" userId="ac4409ddac901ccf" providerId="Windows Live" clId="Web-{A69AE602-53CD-FD88-5796-84DA7ABA1120}" dt="2024-12-07T11:18:14.106" v="119"/>
          <ac:spMkLst>
            <pc:docMk/>
            <pc:sldMk cId="926503023" sldId="262"/>
            <ac:spMk id="12" creationId="{081E4A58-353D-44AE-B2FC-2A74E2E400F7}"/>
          </ac:spMkLst>
        </pc:spChg>
      </pc:sldChg>
      <pc:sldChg chg="addSp delSp modSp new mod setBg">
        <pc:chgData name="Vadim Nikitaev" userId="ac4409ddac901ccf" providerId="Windows Live" clId="Web-{A69AE602-53CD-FD88-5796-84DA7ABA1120}" dt="2024-12-07T11:20:18.392" v="142"/>
        <pc:sldMkLst>
          <pc:docMk/>
          <pc:sldMk cId="1441869060" sldId="263"/>
        </pc:sldMkLst>
        <pc:spChg chg="mo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2" creationId="{DC563BC7-A15B-E269-6756-CE4171EBA3F9}"/>
          </ac:spMkLst>
        </pc:spChg>
        <pc:spChg chg="mo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3" creationId="{BF82A64D-4912-F2B1-5BBD-6D97BF33878E}"/>
          </ac:spMkLst>
        </pc:spChg>
        <pc:spChg chg="add del">
          <ac:chgData name="Vadim Nikitaev" userId="ac4409ddac901ccf" providerId="Windows Live" clId="Web-{A69AE602-53CD-FD88-5796-84DA7ABA1120}" dt="2024-12-07T11:18:37.638" v="123"/>
          <ac:spMkLst>
            <pc:docMk/>
            <pc:sldMk cId="1441869060" sldId="263"/>
            <ac:spMk id="5" creationId="{C2554CA6-288E-4202-BC52-2E5A8F0C0AED}"/>
          </ac:spMkLst>
        </pc:spChg>
        <pc:spChg chg="add del">
          <ac:chgData name="Vadim Nikitaev" userId="ac4409ddac901ccf" providerId="Windows Live" clId="Web-{A69AE602-53CD-FD88-5796-84DA7ABA1120}" dt="2024-12-07T11:18:37.638" v="123"/>
          <ac:spMkLst>
            <pc:docMk/>
            <pc:sldMk cId="1441869060" sldId="263"/>
            <ac:spMk id="6" creationId="{B10BB131-AC8E-4A8E-A5D1-36260F720C3B}"/>
          </ac:spMkLst>
        </pc:spChg>
        <pc:spChg chg="add del">
          <ac:chgData name="Vadim Nikitaev" userId="ac4409ddac901ccf" providerId="Windows Live" clId="Web-{A69AE602-53CD-FD88-5796-84DA7ABA1120}" dt="2024-12-07T11:18:37.638" v="123"/>
          <ac:spMkLst>
            <pc:docMk/>
            <pc:sldMk cId="1441869060" sldId="263"/>
            <ac:spMk id="7" creationId="{5B7778FC-632E-4DCA-A7CB-0D7731CCF970}"/>
          </ac:spMkLst>
        </pc:spChg>
        <pc:spChg chg="add del">
          <ac:chgData name="Vadim Nikitaev" userId="ac4409ddac901ccf" providerId="Windows Live" clId="Web-{A69AE602-53CD-FD88-5796-84DA7ABA1120}" dt="2024-12-07T10:56:20.924" v="110"/>
          <ac:spMkLst>
            <pc:docMk/>
            <pc:sldMk cId="1441869060" sldId="263"/>
            <ac:spMk id="8" creationId="{907EF6B7-1338-4443-8C46-6A318D952DFD}"/>
          </ac:spMkLst>
        </pc:spChg>
        <pc:spChg chg="add del">
          <ac:chgData name="Vadim Nikitaev" userId="ac4409ddac901ccf" providerId="Windows Live" clId="Web-{A69AE602-53CD-FD88-5796-84DA7ABA1120}" dt="2024-12-07T11:18:37.638" v="123"/>
          <ac:spMkLst>
            <pc:docMk/>
            <pc:sldMk cId="1441869060" sldId="263"/>
            <ac:spMk id="9" creationId="{FA23A907-97FB-4A8F-880A-DD77401C4296}"/>
          </ac:spMkLst>
        </pc:spChg>
        <pc:spChg chg="add del">
          <ac:chgData name="Vadim Nikitaev" userId="ac4409ddac901ccf" providerId="Windows Live" clId="Web-{A69AE602-53CD-FD88-5796-84DA7ABA1120}" dt="2024-12-07T10:56:20.924" v="110"/>
          <ac:spMkLst>
            <pc:docMk/>
            <pc:sldMk cId="1441869060" sldId="263"/>
            <ac:spMk id="10" creationId="{DAAE4CDD-124C-4DCF-9584-B6033B545DD5}"/>
          </ac:spMkLst>
        </pc:spChg>
        <pc:spChg chg="add del">
          <ac:chgData name="Vadim Nikitaev" userId="ac4409ddac901ccf" providerId="Windows Live" clId="Web-{A69AE602-53CD-FD88-5796-84DA7ABA1120}" dt="2024-12-07T11:18:40.919" v="125"/>
          <ac:spMkLst>
            <pc:docMk/>
            <pc:sldMk cId="1441869060" sldId="263"/>
            <ac:spMk id="11" creationId="{1BB867FF-FC45-48F7-8104-F89BE54909F1}"/>
          </ac:spMkLst>
        </pc:spChg>
        <pc:spChg chg="add del">
          <ac:chgData name="Vadim Nikitaev" userId="ac4409ddac901ccf" providerId="Windows Live" clId="Web-{A69AE602-53CD-FD88-5796-84DA7ABA1120}" dt="2024-12-07T10:56:20.924" v="110"/>
          <ac:spMkLst>
            <pc:docMk/>
            <pc:sldMk cId="1441869060" sldId="263"/>
            <ac:spMk id="12" creationId="{081E4A58-353D-44AE-B2FC-2A74E2E400F7}"/>
          </ac:spMkLst>
        </pc:spChg>
        <pc:spChg chg="add del">
          <ac:chgData name="Vadim Nikitaev" userId="ac4409ddac901ccf" providerId="Windows Live" clId="Web-{A69AE602-53CD-FD88-5796-84DA7ABA1120}" dt="2024-12-07T11:18:40.919" v="125"/>
          <ac:spMkLst>
            <pc:docMk/>
            <pc:sldMk cId="1441869060" sldId="263"/>
            <ac:spMk id="13" creationId="{8BB56887-D0D5-4F0C-9E19-7247EB83C8B7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14" creationId="{CABBD4C1-E6F8-46F6-8152-A8A97490BF4D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15" creationId="{F837543A-6020-4505-A233-C9DB4BF74011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16" creationId="{83BA5EF5-1FE9-4BF9-83BB-269BCDDF6156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17" creationId="{35B16301-FB18-48BA-A6DD-C37CAF6F9A18}"/>
          </ac:spMkLst>
        </pc:spChg>
        <pc:spChg chg="add del">
          <ac:chgData name="Vadim Nikitaev" userId="ac4409ddac901ccf" providerId="Windows Live" clId="Web-{A69AE602-53CD-FD88-5796-84DA7ABA1120}" dt="2024-12-07T11:18:40.919" v="125"/>
          <ac:spMkLst>
            <pc:docMk/>
            <pc:sldMk cId="1441869060" sldId="263"/>
            <ac:spMk id="18" creationId="{081E4A58-353D-44AE-B2FC-2A74E2E400F7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19" creationId="{C3C0D90E-074A-4F52-9B11-B52BEF4BCBE5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20" creationId="{88853921-7BC9-4BDE-ACAB-133C683C82D6}"/>
          </ac:spMkLst>
        </pc:spChg>
        <pc:spChg chg="add del">
          <ac:chgData name="Vadim Nikitaev" userId="ac4409ddac901ccf" providerId="Windows Live" clId="Web-{A69AE602-53CD-FD88-5796-84DA7ABA1120}" dt="2024-12-07T11:19:23.515" v="132"/>
          <ac:spMkLst>
            <pc:docMk/>
            <pc:sldMk cId="1441869060" sldId="263"/>
            <ac:spMk id="21" creationId="{C2554CA6-288E-4202-BC52-2E5A8F0C0AED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22" creationId="{09192968-3AE7-4470-A61C-97294BB92731}"/>
          </ac:spMkLst>
        </pc:spChg>
        <pc:spChg chg="add del">
          <ac:chgData name="Vadim Nikitaev" userId="ac4409ddac901ccf" providerId="Windows Live" clId="Web-{A69AE602-53CD-FD88-5796-84DA7ABA1120}" dt="2024-12-07T11:19:23.515" v="132"/>
          <ac:spMkLst>
            <pc:docMk/>
            <pc:sldMk cId="1441869060" sldId="263"/>
            <ac:spMk id="23" creationId="{B10BB131-AC8E-4A8E-A5D1-36260F720C3B}"/>
          </ac:spMkLst>
        </pc:spChg>
        <pc:spChg chg="add del">
          <ac:chgData name="Vadim Nikitaev" userId="ac4409ddac901ccf" providerId="Windows Live" clId="Web-{A69AE602-53CD-FD88-5796-84DA7ABA1120}" dt="2024-12-07T10:56:23.362" v="112"/>
          <ac:spMkLst>
            <pc:docMk/>
            <pc:sldMk cId="1441869060" sldId="263"/>
            <ac:spMk id="24" creationId="{3AB72E55-43E4-4356-BFE8-E2102CB0B505}"/>
          </ac:spMkLst>
        </pc:spChg>
        <pc:spChg chg="add del">
          <ac:chgData name="Vadim Nikitaev" userId="ac4409ddac901ccf" providerId="Windows Live" clId="Web-{A69AE602-53CD-FD88-5796-84DA7ABA1120}" dt="2024-12-07T11:19:23.515" v="132"/>
          <ac:spMkLst>
            <pc:docMk/>
            <pc:sldMk cId="1441869060" sldId="263"/>
            <ac:spMk id="25" creationId="{5B7778FC-632E-4DCA-A7CB-0D7731CCF970}"/>
          </ac:spMkLst>
        </pc:spChg>
        <pc:spChg chg="add del">
          <ac:chgData name="Vadim Nikitaev" userId="ac4409ddac901ccf" providerId="Windows Live" clId="Web-{A69AE602-53CD-FD88-5796-84DA7ABA1120}" dt="2024-12-07T10:56:26.221" v="114"/>
          <ac:spMkLst>
            <pc:docMk/>
            <pc:sldMk cId="1441869060" sldId="263"/>
            <ac:spMk id="26" creationId="{907EF6B7-1338-4443-8C46-6A318D952DFD}"/>
          </ac:spMkLst>
        </pc:spChg>
        <pc:spChg chg="add del">
          <ac:chgData name="Vadim Nikitaev" userId="ac4409ddac901ccf" providerId="Windows Live" clId="Web-{A69AE602-53CD-FD88-5796-84DA7ABA1120}" dt="2024-12-07T10:56:26.221" v="114"/>
          <ac:spMkLst>
            <pc:docMk/>
            <pc:sldMk cId="1441869060" sldId="263"/>
            <ac:spMk id="27" creationId="{DAAE4CDD-124C-4DCF-9584-B6033B545DD5}"/>
          </ac:spMkLst>
        </pc:spChg>
        <pc:spChg chg="add del">
          <ac:chgData name="Vadim Nikitaev" userId="ac4409ddac901ccf" providerId="Windows Live" clId="Web-{A69AE602-53CD-FD88-5796-84DA7ABA1120}" dt="2024-12-07T10:56:26.221" v="114"/>
          <ac:spMkLst>
            <pc:docMk/>
            <pc:sldMk cId="1441869060" sldId="263"/>
            <ac:spMk id="28" creationId="{081E4A58-353D-44AE-B2FC-2A74E2E400F7}"/>
          </ac:spMkLst>
        </pc:spChg>
        <pc:spChg chg="add del">
          <ac:chgData name="Vadim Nikitaev" userId="ac4409ddac901ccf" providerId="Windows Live" clId="Web-{A69AE602-53CD-FD88-5796-84DA7ABA1120}" dt="2024-12-07T11:19:23.515" v="132"/>
          <ac:spMkLst>
            <pc:docMk/>
            <pc:sldMk cId="1441869060" sldId="263"/>
            <ac:spMk id="29" creationId="{FA23A907-97FB-4A8F-880A-DD77401C4296}"/>
          </ac:spMkLst>
        </pc:spChg>
        <pc:spChg chg="add del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30" creationId="{1BB867FF-FC45-48F7-8104-F89BE54909F1}"/>
          </ac:spMkLst>
        </pc:spChg>
        <pc:spChg chg="add del">
          <ac:chgData name="Vadim Nikitaev" userId="ac4409ddac901ccf" providerId="Windows Live" clId="Web-{A69AE602-53CD-FD88-5796-84DA7ABA1120}" dt="2024-12-07T11:19:34.140" v="134"/>
          <ac:spMkLst>
            <pc:docMk/>
            <pc:sldMk cId="1441869060" sldId="263"/>
            <ac:spMk id="31" creationId="{907EF6B7-1338-4443-8C46-6A318D952DFD}"/>
          </ac:spMkLst>
        </pc:spChg>
        <pc:spChg chg="add del">
          <ac:chgData name="Vadim Nikitaev" userId="ac4409ddac901ccf" providerId="Windows Live" clId="Web-{A69AE602-53CD-FD88-5796-84DA7ABA1120}" dt="2024-12-07T11:19:34.140" v="134"/>
          <ac:spMkLst>
            <pc:docMk/>
            <pc:sldMk cId="1441869060" sldId="263"/>
            <ac:spMk id="32" creationId="{DAAE4CDD-124C-4DCF-9584-B6033B545DD5}"/>
          </ac:spMkLst>
        </pc:spChg>
        <pc:spChg chg="add del">
          <ac:chgData name="Vadim Nikitaev" userId="ac4409ddac901ccf" providerId="Windows Live" clId="Web-{A69AE602-53CD-FD88-5796-84DA7ABA1120}" dt="2024-12-07T11:19:34.140" v="134"/>
          <ac:spMkLst>
            <pc:docMk/>
            <pc:sldMk cId="1441869060" sldId="263"/>
            <ac:spMk id="33" creationId="{081E4A58-353D-44AE-B2FC-2A74E2E400F7}"/>
          </ac:spMkLst>
        </pc:spChg>
        <pc:spChg chg="add">
          <ac:chgData name="Vadim Nikitaev" userId="ac4409ddac901ccf" providerId="Windows Live" clId="Web-{A69AE602-53CD-FD88-5796-84DA7ABA1120}" dt="2024-12-07T11:19:51.235" v="136"/>
          <ac:spMkLst>
            <pc:docMk/>
            <pc:sldMk cId="1441869060" sldId="263"/>
            <ac:spMk id="34" creationId="{8BB56887-D0D5-4F0C-9E19-7247EB83C8B7}"/>
          </ac:spMkLst>
        </pc:spChg>
        <pc:spChg chg="add del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35" creationId="{081E4A58-353D-44AE-B2FC-2A74E2E400F7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40" creationId="{F837543A-6020-4505-A233-C9DB4BF74011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42" creationId="{35B16301-FB18-48BA-A6DD-C37CAF6F9A18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48" creationId="{83BA5EF5-1FE9-4BF9-83BB-269BCDDF6156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52" creationId="{88853921-7BC9-4BDE-ACAB-133C683C82D6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54" creationId="{09192968-3AE7-4470-A61C-97294BB92731}"/>
          </ac:spMkLst>
        </pc:spChg>
        <pc:spChg chg="add">
          <ac:chgData name="Vadim Nikitaev" userId="ac4409ddac901ccf" providerId="Windows Live" clId="Web-{A69AE602-53CD-FD88-5796-84DA7ABA1120}" dt="2024-12-07T11:20:18.392" v="142"/>
          <ac:spMkLst>
            <pc:docMk/>
            <pc:sldMk cId="1441869060" sldId="263"/>
            <ac:spMk id="56" creationId="{3AB72E55-43E4-4356-BFE8-E2102CB0B505}"/>
          </ac:spMkLst>
        </pc:spChg>
      </pc:sldChg>
      <pc:sldChg chg="new">
        <pc:chgData name="Vadim Nikitaev" userId="ac4409ddac901ccf" providerId="Windows Live" clId="Web-{A69AE602-53CD-FD88-5796-84DA7ABA1120}" dt="2024-12-07T10:54:14.592" v="90"/>
        <pc:sldMkLst>
          <pc:docMk/>
          <pc:sldMk cId="957662278" sldId="264"/>
        </pc:sldMkLst>
      </pc:sldChg>
    </pc:docChg>
  </pc:docChgLst>
  <pc:docChgLst>
    <pc:chgData name="Vadim Nikitaev" userId="ac4409ddac901ccf" providerId="Windows Live" clId="Web-{442C65C0-35C7-0147-B39C-665C7C6ACEC3}"/>
    <pc:docChg chg="modSld">
      <pc:chgData name="Vadim Nikitaev" userId="ac4409ddac901ccf" providerId="Windows Live" clId="Web-{442C65C0-35C7-0147-B39C-665C7C6ACEC3}" dt="2024-12-07T11:20:51.838" v="2" actId="20577"/>
      <pc:docMkLst>
        <pc:docMk/>
      </pc:docMkLst>
      <pc:sldChg chg="modSp">
        <pc:chgData name="Vadim Nikitaev" userId="ac4409ddac901ccf" providerId="Windows Live" clId="Web-{442C65C0-35C7-0147-B39C-665C7C6ACEC3}" dt="2024-12-07T11:20:51.838" v="2" actId="20577"/>
        <pc:sldMkLst>
          <pc:docMk/>
          <pc:sldMk cId="1441869060" sldId="263"/>
        </pc:sldMkLst>
        <pc:spChg chg="mod">
          <ac:chgData name="Vadim Nikitaev" userId="ac4409ddac901ccf" providerId="Windows Live" clId="Web-{442C65C0-35C7-0147-B39C-665C7C6ACEC3}" dt="2024-12-07T11:20:51.838" v="2" actId="20577"/>
          <ac:spMkLst>
            <pc:docMk/>
            <pc:sldMk cId="1441869060" sldId="263"/>
            <ac:spMk id="3" creationId="{BF82A64D-4912-F2B1-5BBD-6D97BF33878E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58405C-4237-4D95-8970-A1310C42C95B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BB7CE0A-EF57-401A-BCA3-55E166C93356}">
      <dgm:prSet/>
      <dgm:spPr/>
      <dgm:t>
        <a:bodyPr/>
        <a:lstStyle/>
        <a:p>
          <a:r>
            <a:rPr lang="ru-RU" b="1"/>
            <a:t>Экономия затрат</a:t>
          </a:r>
          <a:endParaRPr lang="en-US"/>
        </a:p>
      </dgm:t>
    </dgm:pt>
    <dgm:pt modelId="{ECA58776-EF37-4F2D-9908-C6577F3FB6C4}" type="parTrans" cxnId="{3EF2AEFF-0108-4B7F-A002-05E08D15F972}">
      <dgm:prSet/>
      <dgm:spPr/>
      <dgm:t>
        <a:bodyPr/>
        <a:lstStyle/>
        <a:p>
          <a:endParaRPr lang="en-US"/>
        </a:p>
      </dgm:t>
    </dgm:pt>
    <dgm:pt modelId="{729E0CAA-3EC9-43B1-9DC8-E6168651FEDF}" type="sibTrans" cxnId="{3EF2AEFF-0108-4B7F-A002-05E08D15F972}">
      <dgm:prSet/>
      <dgm:spPr/>
      <dgm:t>
        <a:bodyPr/>
        <a:lstStyle/>
        <a:p>
          <a:endParaRPr lang="en-US"/>
        </a:p>
      </dgm:t>
    </dgm:pt>
    <dgm:pt modelId="{64541635-64A6-4AE3-AD30-6087CF2B4D6D}">
      <dgm:prSet/>
      <dgm:spPr/>
      <dgm:t>
        <a:bodyPr/>
        <a:lstStyle/>
        <a:p>
          <a:r>
            <a:rPr lang="ru-RU" b="1"/>
            <a:t>Масштабируемость</a:t>
          </a:r>
          <a:endParaRPr lang="en-US"/>
        </a:p>
      </dgm:t>
    </dgm:pt>
    <dgm:pt modelId="{0053DCDD-5B97-40A7-90DA-3E7E1ED0D238}" type="parTrans" cxnId="{4A7D3400-E9BF-41EF-A3D4-D0DAB7B7B8AC}">
      <dgm:prSet/>
      <dgm:spPr/>
      <dgm:t>
        <a:bodyPr/>
        <a:lstStyle/>
        <a:p>
          <a:endParaRPr lang="en-US"/>
        </a:p>
      </dgm:t>
    </dgm:pt>
    <dgm:pt modelId="{280A8A77-A20B-47CA-A256-CA34D1581CD1}" type="sibTrans" cxnId="{4A7D3400-E9BF-41EF-A3D4-D0DAB7B7B8AC}">
      <dgm:prSet/>
      <dgm:spPr/>
      <dgm:t>
        <a:bodyPr/>
        <a:lstStyle/>
        <a:p>
          <a:endParaRPr lang="en-US"/>
        </a:p>
      </dgm:t>
    </dgm:pt>
    <dgm:pt modelId="{BEB08BAB-B580-4EAE-AEE0-2F81B52E49A0}">
      <dgm:prSet/>
      <dgm:spPr/>
      <dgm:t>
        <a:bodyPr/>
        <a:lstStyle/>
        <a:p>
          <a:r>
            <a:rPr lang="ru-RU" b="1"/>
            <a:t>Гибкость и доступность</a:t>
          </a:r>
          <a:endParaRPr lang="en-US"/>
        </a:p>
      </dgm:t>
    </dgm:pt>
    <dgm:pt modelId="{BE055CBB-5363-4C07-9FD3-7A0CB1D10113}" type="parTrans" cxnId="{BCEAE81A-2848-45E3-A1A5-462854372E7A}">
      <dgm:prSet/>
      <dgm:spPr/>
      <dgm:t>
        <a:bodyPr/>
        <a:lstStyle/>
        <a:p>
          <a:endParaRPr lang="en-US"/>
        </a:p>
      </dgm:t>
    </dgm:pt>
    <dgm:pt modelId="{A4189B96-28BC-4216-A21C-CF08111D6EF1}" type="sibTrans" cxnId="{BCEAE81A-2848-45E3-A1A5-462854372E7A}">
      <dgm:prSet/>
      <dgm:spPr/>
      <dgm:t>
        <a:bodyPr/>
        <a:lstStyle/>
        <a:p>
          <a:endParaRPr lang="en-US"/>
        </a:p>
      </dgm:t>
    </dgm:pt>
    <dgm:pt modelId="{105344C6-84FB-4A89-81CE-832E967B5077}">
      <dgm:prSet/>
      <dgm:spPr/>
      <dgm:t>
        <a:bodyPr/>
        <a:lstStyle/>
        <a:p>
          <a:r>
            <a:rPr lang="ru-RU" b="1"/>
            <a:t>Инновации</a:t>
          </a:r>
          <a:endParaRPr lang="en-US"/>
        </a:p>
      </dgm:t>
    </dgm:pt>
    <dgm:pt modelId="{21744C55-1854-4236-86E7-00B0948E4FA1}" type="parTrans" cxnId="{B5878AA5-979F-49D0-AD8E-D9266D6BE786}">
      <dgm:prSet/>
      <dgm:spPr/>
      <dgm:t>
        <a:bodyPr/>
        <a:lstStyle/>
        <a:p>
          <a:endParaRPr lang="en-US"/>
        </a:p>
      </dgm:t>
    </dgm:pt>
    <dgm:pt modelId="{7D29EBC0-A168-4227-A937-A87FF34A3868}" type="sibTrans" cxnId="{B5878AA5-979F-49D0-AD8E-D9266D6BE786}">
      <dgm:prSet/>
      <dgm:spPr/>
      <dgm:t>
        <a:bodyPr/>
        <a:lstStyle/>
        <a:p>
          <a:endParaRPr lang="en-US"/>
        </a:p>
      </dgm:t>
    </dgm:pt>
    <dgm:pt modelId="{672E6480-3E95-43A3-920D-33430E1245A8}" type="pres">
      <dgm:prSet presAssocID="{D558405C-4237-4D95-8970-A1310C42C95B}" presName="Name0" presStyleCnt="0">
        <dgm:presLayoutVars>
          <dgm:chMax/>
          <dgm:chPref/>
          <dgm:dir/>
          <dgm:animLvl val="lvl"/>
        </dgm:presLayoutVars>
      </dgm:prSet>
      <dgm:spPr/>
    </dgm:pt>
    <dgm:pt modelId="{F5449182-F404-4235-856D-C66526C83FCE}" type="pres">
      <dgm:prSet presAssocID="{CBB7CE0A-EF57-401A-BCA3-55E166C93356}" presName="composite" presStyleCnt="0"/>
      <dgm:spPr/>
    </dgm:pt>
    <dgm:pt modelId="{964C2F10-5B89-4DF7-AC0D-3E03DAA5E5CB}" type="pres">
      <dgm:prSet presAssocID="{CBB7CE0A-EF57-401A-BCA3-55E166C93356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5361ABE7-61E3-4B16-B648-AF99097F1FB3}" type="pres">
      <dgm:prSet presAssocID="{CBB7CE0A-EF57-401A-BCA3-55E166C93356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7ECDDE5-A3F3-4996-B3FC-EAC49D1C8F8D}" type="pres">
      <dgm:prSet presAssocID="{CBB7CE0A-EF57-401A-BCA3-55E166C93356}" presName="BalanceSpacing" presStyleCnt="0"/>
      <dgm:spPr/>
    </dgm:pt>
    <dgm:pt modelId="{CBE7C228-B7A2-4A68-8EFE-0A3B88F793B7}" type="pres">
      <dgm:prSet presAssocID="{CBB7CE0A-EF57-401A-BCA3-55E166C93356}" presName="BalanceSpacing1" presStyleCnt="0"/>
      <dgm:spPr/>
    </dgm:pt>
    <dgm:pt modelId="{AD4FA987-AF52-4F63-90F2-71332E8BD3C6}" type="pres">
      <dgm:prSet presAssocID="{729E0CAA-3EC9-43B1-9DC8-E6168651FEDF}" presName="Accent1Text" presStyleLbl="node1" presStyleIdx="1" presStyleCnt="8"/>
      <dgm:spPr/>
    </dgm:pt>
    <dgm:pt modelId="{A5A989CA-CC8F-4E40-85B9-F8533B7BB37D}" type="pres">
      <dgm:prSet presAssocID="{729E0CAA-3EC9-43B1-9DC8-E6168651FEDF}" presName="spaceBetweenRectangles" presStyleCnt="0"/>
      <dgm:spPr/>
    </dgm:pt>
    <dgm:pt modelId="{304735BE-908D-49A3-943E-A34C3FB26A2B}" type="pres">
      <dgm:prSet presAssocID="{64541635-64A6-4AE3-AD30-6087CF2B4D6D}" presName="composite" presStyleCnt="0"/>
      <dgm:spPr/>
    </dgm:pt>
    <dgm:pt modelId="{F4628266-1756-4064-9499-88DFC3BFAAA0}" type="pres">
      <dgm:prSet presAssocID="{64541635-64A6-4AE3-AD30-6087CF2B4D6D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8404FDE8-D7A4-4600-962F-1D69FE817A1F}" type="pres">
      <dgm:prSet presAssocID="{64541635-64A6-4AE3-AD30-6087CF2B4D6D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31F06255-91F1-4018-AC52-7F8EF118DB00}" type="pres">
      <dgm:prSet presAssocID="{64541635-64A6-4AE3-AD30-6087CF2B4D6D}" presName="BalanceSpacing" presStyleCnt="0"/>
      <dgm:spPr/>
    </dgm:pt>
    <dgm:pt modelId="{F6E65720-8B79-4043-8272-CE1E0F0227C0}" type="pres">
      <dgm:prSet presAssocID="{64541635-64A6-4AE3-AD30-6087CF2B4D6D}" presName="BalanceSpacing1" presStyleCnt="0"/>
      <dgm:spPr/>
    </dgm:pt>
    <dgm:pt modelId="{FCD996DA-1402-400D-8936-E98569F1B735}" type="pres">
      <dgm:prSet presAssocID="{280A8A77-A20B-47CA-A256-CA34D1581CD1}" presName="Accent1Text" presStyleLbl="node1" presStyleIdx="3" presStyleCnt="8"/>
      <dgm:spPr/>
    </dgm:pt>
    <dgm:pt modelId="{560821D1-2F49-4595-A264-BFB62554BDB4}" type="pres">
      <dgm:prSet presAssocID="{280A8A77-A20B-47CA-A256-CA34D1581CD1}" presName="spaceBetweenRectangles" presStyleCnt="0"/>
      <dgm:spPr/>
    </dgm:pt>
    <dgm:pt modelId="{3ACEC545-C7B4-48A9-94D4-CE5BEBE89D0E}" type="pres">
      <dgm:prSet presAssocID="{BEB08BAB-B580-4EAE-AEE0-2F81B52E49A0}" presName="composite" presStyleCnt="0"/>
      <dgm:spPr/>
    </dgm:pt>
    <dgm:pt modelId="{76D4E711-9C3D-4BF2-8B35-20574E673FFA}" type="pres">
      <dgm:prSet presAssocID="{BEB08BAB-B580-4EAE-AEE0-2F81B52E49A0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E0BB9666-FC51-443F-889F-5CF9C0490710}" type="pres">
      <dgm:prSet presAssocID="{BEB08BAB-B580-4EAE-AEE0-2F81B52E49A0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20CA7C1-0DBC-4DAF-9900-89BAAD52CEB9}" type="pres">
      <dgm:prSet presAssocID="{BEB08BAB-B580-4EAE-AEE0-2F81B52E49A0}" presName="BalanceSpacing" presStyleCnt="0"/>
      <dgm:spPr/>
    </dgm:pt>
    <dgm:pt modelId="{F7AF23AA-FA7E-4CF3-8A30-41D28BE275EA}" type="pres">
      <dgm:prSet presAssocID="{BEB08BAB-B580-4EAE-AEE0-2F81B52E49A0}" presName="BalanceSpacing1" presStyleCnt="0"/>
      <dgm:spPr/>
    </dgm:pt>
    <dgm:pt modelId="{D15D4A0D-8E63-40C7-8285-FC0057DFA9D7}" type="pres">
      <dgm:prSet presAssocID="{A4189B96-28BC-4216-A21C-CF08111D6EF1}" presName="Accent1Text" presStyleLbl="node1" presStyleIdx="5" presStyleCnt="8"/>
      <dgm:spPr/>
    </dgm:pt>
    <dgm:pt modelId="{86045B71-4156-4F04-965D-9D030E17DC89}" type="pres">
      <dgm:prSet presAssocID="{A4189B96-28BC-4216-A21C-CF08111D6EF1}" presName="spaceBetweenRectangles" presStyleCnt="0"/>
      <dgm:spPr/>
    </dgm:pt>
    <dgm:pt modelId="{ADFFBE86-F245-4614-933E-3D5D09410269}" type="pres">
      <dgm:prSet presAssocID="{105344C6-84FB-4A89-81CE-832E967B5077}" presName="composite" presStyleCnt="0"/>
      <dgm:spPr/>
    </dgm:pt>
    <dgm:pt modelId="{8F443C02-F3B4-4C27-A96A-D4841DE51776}" type="pres">
      <dgm:prSet presAssocID="{105344C6-84FB-4A89-81CE-832E967B5077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38F868FE-7EAE-4A9B-B466-F91732AA4BE3}" type="pres">
      <dgm:prSet presAssocID="{105344C6-84FB-4A89-81CE-832E967B5077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1D6AEA66-A4DA-4337-B5CB-A3A52798B79F}" type="pres">
      <dgm:prSet presAssocID="{105344C6-84FB-4A89-81CE-832E967B5077}" presName="BalanceSpacing" presStyleCnt="0"/>
      <dgm:spPr/>
    </dgm:pt>
    <dgm:pt modelId="{331DB51D-0035-41B7-BEB7-E71BC369CB77}" type="pres">
      <dgm:prSet presAssocID="{105344C6-84FB-4A89-81CE-832E967B5077}" presName="BalanceSpacing1" presStyleCnt="0"/>
      <dgm:spPr/>
    </dgm:pt>
    <dgm:pt modelId="{C5099E95-78C8-4EE9-8089-3F1F48E1DFD9}" type="pres">
      <dgm:prSet presAssocID="{7D29EBC0-A168-4227-A937-A87FF34A3868}" presName="Accent1Text" presStyleLbl="node1" presStyleIdx="7" presStyleCnt="8"/>
      <dgm:spPr/>
    </dgm:pt>
  </dgm:ptLst>
  <dgm:cxnLst>
    <dgm:cxn modelId="{4A7D3400-E9BF-41EF-A3D4-D0DAB7B7B8AC}" srcId="{D558405C-4237-4D95-8970-A1310C42C95B}" destId="{64541635-64A6-4AE3-AD30-6087CF2B4D6D}" srcOrd="1" destOrd="0" parTransId="{0053DCDD-5B97-40A7-90DA-3E7E1ED0D238}" sibTransId="{280A8A77-A20B-47CA-A256-CA34D1581CD1}"/>
    <dgm:cxn modelId="{F448920B-F3EB-4C2B-9ADE-9BB1DB681C14}" type="presOf" srcId="{7D29EBC0-A168-4227-A937-A87FF34A3868}" destId="{C5099E95-78C8-4EE9-8089-3F1F48E1DFD9}" srcOrd="0" destOrd="0" presId="urn:microsoft.com/office/officeart/2008/layout/AlternatingHexagons"/>
    <dgm:cxn modelId="{A51DB418-3E3B-4CFD-9869-98882D875DAD}" type="presOf" srcId="{D558405C-4237-4D95-8970-A1310C42C95B}" destId="{672E6480-3E95-43A3-920D-33430E1245A8}" srcOrd="0" destOrd="0" presId="urn:microsoft.com/office/officeart/2008/layout/AlternatingHexagons"/>
    <dgm:cxn modelId="{BCEAE81A-2848-45E3-A1A5-462854372E7A}" srcId="{D558405C-4237-4D95-8970-A1310C42C95B}" destId="{BEB08BAB-B580-4EAE-AEE0-2F81B52E49A0}" srcOrd="2" destOrd="0" parTransId="{BE055CBB-5363-4C07-9FD3-7A0CB1D10113}" sibTransId="{A4189B96-28BC-4216-A21C-CF08111D6EF1}"/>
    <dgm:cxn modelId="{03A97224-7D90-4B7A-BE27-A0D06D650895}" type="presOf" srcId="{280A8A77-A20B-47CA-A256-CA34D1581CD1}" destId="{FCD996DA-1402-400D-8936-E98569F1B735}" srcOrd="0" destOrd="0" presId="urn:microsoft.com/office/officeart/2008/layout/AlternatingHexagons"/>
    <dgm:cxn modelId="{4C88725C-B60A-462D-9140-64BBBF751135}" type="presOf" srcId="{CBB7CE0A-EF57-401A-BCA3-55E166C93356}" destId="{964C2F10-5B89-4DF7-AC0D-3E03DAA5E5CB}" srcOrd="0" destOrd="0" presId="urn:microsoft.com/office/officeart/2008/layout/AlternatingHexagons"/>
    <dgm:cxn modelId="{A1CB6769-20FA-4860-BA0F-D7F6CD1B9A5B}" type="presOf" srcId="{64541635-64A6-4AE3-AD30-6087CF2B4D6D}" destId="{F4628266-1756-4064-9499-88DFC3BFAAA0}" srcOrd="0" destOrd="0" presId="urn:microsoft.com/office/officeart/2008/layout/AlternatingHexagons"/>
    <dgm:cxn modelId="{D65F2473-A964-44A9-9ACE-CA4338194767}" type="presOf" srcId="{BEB08BAB-B580-4EAE-AEE0-2F81B52E49A0}" destId="{76D4E711-9C3D-4BF2-8B35-20574E673FFA}" srcOrd="0" destOrd="0" presId="urn:microsoft.com/office/officeart/2008/layout/AlternatingHexagons"/>
    <dgm:cxn modelId="{8C994E77-51CA-4144-A9E7-04E3D4226D96}" type="presOf" srcId="{729E0CAA-3EC9-43B1-9DC8-E6168651FEDF}" destId="{AD4FA987-AF52-4F63-90F2-71332E8BD3C6}" srcOrd="0" destOrd="0" presId="urn:microsoft.com/office/officeart/2008/layout/AlternatingHexagons"/>
    <dgm:cxn modelId="{CFCC5584-3770-447C-9F24-7BD7EED803A6}" type="presOf" srcId="{105344C6-84FB-4A89-81CE-832E967B5077}" destId="{8F443C02-F3B4-4C27-A96A-D4841DE51776}" srcOrd="0" destOrd="0" presId="urn:microsoft.com/office/officeart/2008/layout/AlternatingHexagons"/>
    <dgm:cxn modelId="{B5878AA5-979F-49D0-AD8E-D9266D6BE786}" srcId="{D558405C-4237-4D95-8970-A1310C42C95B}" destId="{105344C6-84FB-4A89-81CE-832E967B5077}" srcOrd="3" destOrd="0" parTransId="{21744C55-1854-4236-86E7-00B0948E4FA1}" sibTransId="{7D29EBC0-A168-4227-A937-A87FF34A3868}"/>
    <dgm:cxn modelId="{47F1F7BF-6C3C-4D77-9DAA-19C44ECDC8CF}" type="presOf" srcId="{A4189B96-28BC-4216-A21C-CF08111D6EF1}" destId="{D15D4A0D-8E63-40C7-8285-FC0057DFA9D7}" srcOrd="0" destOrd="0" presId="urn:microsoft.com/office/officeart/2008/layout/AlternatingHexagons"/>
    <dgm:cxn modelId="{3EF2AEFF-0108-4B7F-A002-05E08D15F972}" srcId="{D558405C-4237-4D95-8970-A1310C42C95B}" destId="{CBB7CE0A-EF57-401A-BCA3-55E166C93356}" srcOrd="0" destOrd="0" parTransId="{ECA58776-EF37-4F2D-9908-C6577F3FB6C4}" sibTransId="{729E0CAA-3EC9-43B1-9DC8-E6168651FEDF}"/>
    <dgm:cxn modelId="{DD52CF37-5D74-4AB9-9D1C-B9B0CDC870AA}" type="presParOf" srcId="{672E6480-3E95-43A3-920D-33430E1245A8}" destId="{F5449182-F404-4235-856D-C66526C83FCE}" srcOrd="0" destOrd="0" presId="urn:microsoft.com/office/officeart/2008/layout/AlternatingHexagons"/>
    <dgm:cxn modelId="{D221B2C4-035C-49A4-ACF1-3B8C75695CE9}" type="presParOf" srcId="{F5449182-F404-4235-856D-C66526C83FCE}" destId="{964C2F10-5B89-4DF7-AC0D-3E03DAA5E5CB}" srcOrd="0" destOrd="0" presId="urn:microsoft.com/office/officeart/2008/layout/AlternatingHexagons"/>
    <dgm:cxn modelId="{5425A439-F3A5-4144-8FC9-B2749B7E7DFF}" type="presParOf" srcId="{F5449182-F404-4235-856D-C66526C83FCE}" destId="{5361ABE7-61E3-4B16-B648-AF99097F1FB3}" srcOrd="1" destOrd="0" presId="urn:microsoft.com/office/officeart/2008/layout/AlternatingHexagons"/>
    <dgm:cxn modelId="{FB93BED3-6372-4376-8A56-5623005E7A9D}" type="presParOf" srcId="{F5449182-F404-4235-856D-C66526C83FCE}" destId="{57ECDDE5-A3F3-4996-B3FC-EAC49D1C8F8D}" srcOrd="2" destOrd="0" presId="urn:microsoft.com/office/officeart/2008/layout/AlternatingHexagons"/>
    <dgm:cxn modelId="{8A00B928-C8C8-4766-A83A-B2C77A0E1ABB}" type="presParOf" srcId="{F5449182-F404-4235-856D-C66526C83FCE}" destId="{CBE7C228-B7A2-4A68-8EFE-0A3B88F793B7}" srcOrd="3" destOrd="0" presId="urn:microsoft.com/office/officeart/2008/layout/AlternatingHexagons"/>
    <dgm:cxn modelId="{5C14492D-AAF4-4B9C-9AD4-9BD86950A47B}" type="presParOf" srcId="{F5449182-F404-4235-856D-C66526C83FCE}" destId="{AD4FA987-AF52-4F63-90F2-71332E8BD3C6}" srcOrd="4" destOrd="0" presId="urn:microsoft.com/office/officeart/2008/layout/AlternatingHexagons"/>
    <dgm:cxn modelId="{18891966-44C3-4F68-A4D1-0D6B11285677}" type="presParOf" srcId="{672E6480-3E95-43A3-920D-33430E1245A8}" destId="{A5A989CA-CC8F-4E40-85B9-F8533B7BB37D}" srcOrd="1" destOrd="0" presId="urn:microsoft.com/office/officeart/2008/layout/AlternatingHexagons"/>
    <dgm:cxn modelId="{A449BCA0-4E07-400C-895E-3CC79B6A55C4}" type="presParOf" srcId="{672E6480-3E95-43A3-920D-33430E1245A8}" destId="{304735BE-908D-49A3-943E-A34C3FB26A2B}" srcOrd="2" destOrd="0" presId="urn:microsoft.com/office/officeart/2008/layout/AlternatingHexagons"/>
    <dgm:cxn modelId="{D2D33ADE-55D6-41D5-8D28-E24DD2132EEC}" type="presParOf" srcId="{304735BE-908D-49A3-943E-A34C3FB26A2B}" destId="{F4628266-1756-4064-9499-88DFC3BFAAA0}" srcOrd="0" destOrd="0" presId="urn:microsoft.com/office/officeart/2008/layout/AlternatingHexagons"/>
    <dgm:cxn modelId="{A8AD8C34-B26C-4E60-A155-ED9793ED07CE}" type="presParOf" srcId="{304735BE-908D-49A3-943E-A34C3FB26A2B}" destId="{8404FDE8-D7A4-4600-962F-1D69FE817A1F}" srcOrd="1" destOrd="0" presId="urn:microsoft.com/office/officeart/2008/layout/AlternatingHexagons"/>
    <dgm:cxn modelId="{723955AA-C20F-4D4F-890E-2A7ED8D619A5}" type="presParOf" srcId="{304735BE-908D-49A3-943E-A34C3FB26A2B}" destId="{31F06255-91F1-4018-AC52-7F8EF118DB00}" srcOrd="2" destOrd="0" presId="urn:microsoft.com/office/officeart/2008/layout/AlternatingHexagons"/>
    <dgm:cxn modelId="{4E8E7E11-AA4C-4167-9354-6B0BB381216B}" type="presParOf" srcId="{304735BE-908D-49A3-943E-A34C3FB26A2B}" destId="{F6E65720-8B79-4043-8272-CE1E0F0227C0}" srcOrd="3" destOrd="0" presId="urn:microsoft.com/office/officeart/2008/layout/AlternatingHexagons"/>
    <dgm:cxn modelId="{EFAABAD1-1A73-49D1-AB1C-80295E1EDA8B}" type="presParOf" srcId="{304735BE-908D-49A3-943E-A34C3FB26A2B}" destId="{FCD996DA-1402-400D-8936-E98569F1B735}" srcOrd="4" destOrd="0" presId="urn:microsoft.com/office/officeart/2008/layout/AlternatingHexagons"/>
    <dgm:cxn modelId="{A47582E0-861E-4662-829E-69CB3E0358BF}" type="presParOf" srcId="{672E6480-3E95-43A3-920D-33430E1245A8}" destId="{560821D1-2F49-4595-A264-BFB62554BDB4}" srcOrd="3" destOrd="0" presId="urn:microsoft.com/office/officeart/2008/layout/AlternatingHexagons"/>
    <dgm:cxn modelId="{09038F48-1B5F-4B22-8E6D-C29003EE6764}" type="presParOf" srcId="{672E6480-3E95-43A3-920D-33430E1245A8}" destId="{3ACEC545-C7B4-48A9-94D4-CE5BEBE89D0E}" srcOrd="4" destOrd="0" presId="urn:microsoft.com/office/officeart/2008/layout/AlternatingHexagons"/>
    <dgm:cxn modelId="{17842E0C-B7A1-4DE4-8517-06EAAC9CAC7F}" type="presParOf" srcId="{3ACEC545-C7B4-48A9-94D4-CE5BEBE89D0E}" destId="{76D4E711-9C3D-4BF2-8B35-20574E673FFA}" srcOrd="0" destOrd="0" presId="urn:microsoft.com/office/officeart/2008/layout/AlternatingHexagons"/>
    <dgm:cxn modelId="{259D6C8F-26B5-4323-AD65-B8B26E0B2AAB}" type="presParOf" srcId="{3ACEC545-C7B4-48A9-94D4-CE5BEBE89D0E}" destId="{E0BB9666-FC51-443F-889F-5CF9C0490710}" srcOrd="1" destOrd="0" presId="urn:microsoft.com/office/officeart/2008/layout/AlternatingHexagons"/>
    <dgm:cxn modelId="{62E9D013-64D2-4018-B951-C8F9DDA9DAB4}" type="presParOf" srcId="{3ACEC545-C7B4-48A9-94D4-CE5BEBE89D0E}" destId="{B20CA7C1-0DBC-4DAF-9900-89BAAD52CEB9}" srcOrd="2" destOrd="0" presId="urn:microsoft.com/office/officeart/2008/layout/AlternatingHexagons"/>
    <dgm:cxn modelId="{C6318644-BFF9-44AB-9A3D-0292BC8803EA}" type="presParOf" srcId="{3ACEC545-C7B4-48A9-94D4-CE5BEBE89D0E}" destId="{F7AF23AA-FA7E-4CF3-8A30-41D28BE275EA}" srcOrd="3" destOrd="0" presId="urn:microsoft.com/office/officeart/2008/layout/AlternatingHexagons"/>
    <dgm:cxn modelId="{C76BA5DD-1F97-49D2-817F-86C9511B950D}" type="presParOf" srcId="{3ACEC545-C7B4-48A9-94D4-CE5BEBE89D0E}" destId="{D15D4A0D-8E63-40C7-8285-FC0057DFA9D7}" srcOrd="4" destOrd="0" presId="urn:microsoft.com/office/officeart/2008/layout/AlternatingHexagons"/>
    <dgm:cxn modelId="{26AFC465-5575-47EB-9840-9CCFC80F2331}" type="presParOf" srcId="{672E6480-3E95-43A3-920D-33430E1245A8}" destId="{86045B71-4156-4F04-965D-9D030E17DC89}" srcOrd="5" destOrd="0" presId="urn:microsoft.com/office/officeart/2008/layout/AlternatingHexagons"/>
    <dgm:cxn modelId="{98F4315D-60B6-47A6-B674-54864AB44CEF}" type="presParOf" srcId="{672E6480-3E95-43A3-920D-33430E1245A8}" destId="{ADFFBE86-F245-4614-933E-3D5D09410269}" srcOrd="6" destOrd="0" presId="urn:microsoft.com/office/officeart/2008/layout/AlternatingHexagons"/>
    <dgm:cxn modelId="{18F5725F-B044-4F88-B8C6-0EC81FC80376}" type="presParOf" srcId="{ADFFBE86-F245-4614-933E-3D5D09410269}" destId="{8F443C02-F3B4-4C27-A96A-D4841DE51776}" srcOrd="0" destOrd="0" presId="urn:microsoft.com/office/officeart/2008/layout/AlternatingHexagons"/>
    <dgm:cxn modelId="{EBD7050A-A324-4755-8498-FB6B79773347}" type="presParOf" srcId="{ADFFBE86-F245-4614-933E-3D5D09410269}" destId="{38F868FE-7EAE-4A9B-B466-F91732AA4BE3}" srcOrd="1" destOrd="0" presId="urn:microsoft.com/office/officeart/2008/layout/AlternatingHexagons"/>
    <dgm:cxn modelId="{97B28BB9-4BDD-4B24-AFD6-70AB3CC96FDD}" type="presParOf" srcId="{ADFFBE86-F245-4614-933E-3D5D09410269}" destId="{1D6AEA66-A4DA-4337-B5CB-A3A52798B79F}" srcOrd="2" destOrd="0" presId="urn:microsoft.com/office/officeart/2008/layout/AlternatingHexagons"/>
    <dgm:cxn modelId="{DE36339B-D9F0-4DC7-B1F3-1C68F4B7072B}" type="presParOf" srcId="{ADFFBE86-F245-4614-933E-3D5D09410269}" destId="{331DB51D-0035-41B7-BEB7-E71BC369CB77}" srcOrd="3" destOrd="0" presId="urn:microsoft.com/office/officeart/2008/layout/AlternatingHexagons"/>
    <dgm:cxn modelId="{277F317C-2A50-4175-A1D6-FA19ABCC3C1E}" type="presParOf" srcId="{ADFFBE86-F245-4614-933E-3D5D09410269}" destId="{C5099E95-78C8-4EE9-8089-3F1F48E1DFD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0F2357-E1B7-48E4-90A2-1DD938B93E8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9D94541-2D97-4895-AA47-9512CD6856A7}">
      <dgm:prSet/>
      <dgm:spPr/>
      <dgm:t>
        <a:bodyPr/>
        <a:lstStyle/>
        <a:p>
          <a:r>
            <a:rPr lang="ru-RU"/>
            <a:t>Частное облако — это инфраструктура, которая предназначена для использования только одной организацией. Она может находиться на территории компании или в дата-центре провайдера</a:t>
          </a:r>
          <a:endParaRPr lang="en-US"/>
        </a:p>
      </dgm:t>
    </dgm:pt>
    <dgm:pt modelId="{21A1C98A-9851-4555-A06C-C6195FABB236}" type="parTrans" cxnId="{84EABE9C-69C1-4113-80B4-675E745E080E}">
      <dgm:prSet/>
      <dgm:spPr/>
      <dgm:t>
        <a:bodyPr/>
        <a:lstStyle/>
        <a:p>
          <a:endParaRPr lang="en-US"/>
        </a:p>
      </dgm:t>
    </dgm:pt>
    <dgm:pt modelId="{C3362428-1CAF-42EA-BEDA-2F714DEAE6FB}" type="sibTrans" cxnId="{84EABE9C-69C1-4113-80B4-675E745E080E}">
      <dgm:prSet/>
      <dgm:spPr/>
      <dgm:t>
        <a:bodyPr/>
        <a:lstStyle/>
        <a:p>
          <a:endParaRPr lang="en-US"/>
        </a:p>
      </dgm:t>
    </dgm:pt>
    <dgm:pt modelId="{813A7261-56B4-4C39-BD8F-65CD5A497E12}">
      <dgm:prSet/>
      <dgm:spPr/>
      <dgm:t>
        <a:bodyPr/>
        <a:lstStyle/>
        <a:p>
          <a:r>
            <a:rPr lang="ru-RU"/>
            <a:t>Публичное облако предоставляется сторонним провайдером, таким как Amazon Web Services, Microsoft Azure или Google Cloud. Ресурсы делятся между несколькими клиентами, но остаются изолированными на уровне данных.</a:t>
          </a:r>
          <a:endParaRPr lang="en-US"/>
        </a:p>
      </dgm:t>
    </dgm:pt>
    <dgm:pt modelId="{9C0463C2-2C3A-48B4-A8C9-0F7D34D9E60F}" type="parTrans" cxnId="{12D8D2FB-5DD9-4079-B508-E9D9D449BFD7}">
      <dgm:prSet/>
      <dgm:spPr/>
      <dgm:t>
        <a:bodyPr/>
        <a:lstStyle/>
        <a:p>
          <a:endParaRPr lang="en-US"/>
        </a:p>
      </dgm:t>
    </dgm:pt>
    <dgm:pt modelId="{BAEA28C9-0EE7-4062-AA64-28D7784D4BDC}" type="sibTrans" cxnId="{12D8D2FB-5DD9-4079-B508-E9D9D449BFD7}">
      <dgm:prSet/>
      <dgm:spPr/>
      <dgm:t>
        <a:bodyPr/>
        <a:lstStyle/>
        <a:p>
          <a:endParaRPr lang="en-US"/>
        </a:p>
      </dgm:t>
    </dgm:pt>
    <dgm:pt modelId="{09907904-6AD9-48DA-88A6-F215B93FC318}">
      <dgm:prSet/>
      <dgm:spPr/>
      <dgm:t>
        <a:bodyPr/>
        <a:lstStyle/>
        <a:p>
          <a:r>
            <a:rPr lang="ru-RU"/>
            <a:t>Гибридное облако сочетает в себе частное и публичное облако. Это позволяет компаниям использовать преимущества обоих подходов</a:t>
          </a:r>
          <a:endParaRPr lang="en-US"/>
        </a:p>
      </dgm:t>
    </dgm:pt>
    <dgm:pt modelId="{99ABE1A4-23EA-45F4-A1B5-DABFE1CA17DA}" type="parTrans" cxnId="{EF0D961F-FF31-40A0-AE93-B4330A3F9526}">
      <dgm:prSet/>
      <dgm:spPr/>
      <dgm:t>
        <a:bodyPr/>
        <a:lstStyle/>
        <a:p>
          <a:endParaRPr lang="en-US"/>
        </a:p>
      </dgm:t>
    </dgm:pt>
    <dgm:pt modelId="{72282207-55F6-4116-96E6-4939202BAD94}" type="sibTrans" cxnId="{EF0D961F-FF31-40A0-AE93-B4330A3F9526}">
      <dgm:prSet/>
      <dgm:spPr/>
      <dgm:t>
        <a:bodyPr/>
        <a:lstStyle/>
        <a:p>
          <a:endParaRPr lang="en-US"/>
        </a:p>
      </dgm:t>
    </dgm:pt>
    <dgm:pt modelId="{B850A748-1263-4F5C-8248-8A7058433B61}">
      <dgm:prSet/>
      <dgm:spPr/>
      <dgm:t>
        <a:bodyPr/>
        <a:lstStyle/>
        <a:p>
          <a:r>
            <a:rPr lang="ru-RU"/>
            <a:t>Мультиоблако — это использование нескольких облачных провайдеров одновременно. Например, компания может использовать AWS для хранения данных и Google Cloud для машинного обучения</a:t>
          </a:r>
          <a:endParaRPr lang="en-US"/>
        </a:p>
      </dgm:t>
    </dgm:pt>
    <dgm:pt modelId="{4E0941DE-3A2F-476F-BC9A-EDB553AD0F5B}" type="parTrans" cxnId="{FC9FB5F0-47F1-4D54-AEDB-BD84622B02E7}">
      <dgm:prSet/>
      <dgm:spPr/>
      <dgm:t>
        <a:bodyPr/>
        <a:lstStyle/>
        <a:p>
          <a:endParaRPr lang="en-US"/>
        </a:p>
      </dgm:t>
    </dgm:pt>
    <dgm:pt modelId="{11F5C573-38E2-45A4-8A99-D7F4EE537F2B}" type="sibTrans" cxnId="{FC9FB5F0-47F1-4D54-AEDB-BD84622B02E7}">
      <dgm:prSet/>
      <dgm:spPr/>
      <dgm:t>
        <a:bodyPr/>
        <a:lstStyle/>
        <a:p>
          <a:endParaRPr lang="en-US"/>
        </a:p>
      </dgm:t>
    </dgm:pt>
    <dgm:pt modelId="{DF686AF3-5F00-4750-8A9B-047E02404F94}" type="pres">
      <dgm:prSet presAssocID="{FF0F2357-E1B7-48E4-90A2-1DD938B93E8F}" presName="vert0" presStyleCnt="0">
        <dgm:presLayoutVars>
          <dgm:dir/>
          <dgm:animOne val="branch"/>
          <dgm:animLvl val="lvl"/>
        </dgm:presLayoutVars>
      </dgm:prSet>
      <dgm:spPr/>
    </dgm:pt>
    <dgm:pt modelId="{B25DA4E8-8867-4772-85F2-C6494980DB8E}" type="pres">
      <dgm:prSet presAssocID="{F9D94541-2D97-4895-AA47-9512CD6856A7}" presName="thickLine" presStyleLbl="alignNode1" presStyleIdx="0" presStyleCnt="4"/>
      <dgm:spPr/>
    </dgm:pt>
    <dgm:pt modelId="{689E0B24-1EB0-4EE0-A650-36EBEA2324DF}" type="pres">
      <dgm:prSet presAssocID="{F9D94541-2D97-4895-AA47-9512CD6856A7}" presName="horz1" presStyleCnt="0"/>
      <dgm:spPr/>
    </dgm:pt>
    <dgm:pt modelId="{763F87DE-8F2B-4E0A-8DEA-373BACCDB555}" type="pres">
      <dgm:prSet presAssocID="{F9D94541-2D97-4895-AA47-9512CD6856A7}" presName="tx1" presStyleLbl="revTx" presStyleIdx="0" presStyleCnt="4"/>
      <dgm:spPr/>
    </dgm:pt>
    <dgm:pt modelId="{A2C518CF-35C0-479B-B768-52D05BFFD1E0}" type="pres">
      <dgm:prSet presAssocID="{F9D94541-2D97-4895-AA47-9512CD6856A7}" presName="vert1" presStyleCnt="0"/>
      <dgm:spPr/>
    </dgm:pt>
    <dgm:pt modelId="{76BBA995-D328-4FB5-AA2B-3937F1309578}" type="pres">
      <dgm:prSet presAssocID="{813A7261-56B4-4C39-BD8F-65CD5A497E12}" presName="thickLine" presStyleLbl="alignNode1" presStyleIdx="1" presStyleCnt="4"/>
      <dgm:spPr/>
    </dgm:pt>
    <dgm:pt modelId="{9AE53EEB-634A-4266-AA40-00FCD44565C1}" type="pres">
      <dgm:prSet presAssocID="{813A7261-56B4-4C39-BD8F-65CD5A497E12}" presName="horz1" presStyleCnt="0"/>
      <dgm:spPr/>
    </dgm:pt>
    <dgm:pt modelId="{E53E0A13-990B-4B34-8E3E-DB941F38E4A9}" type="pres">
      <dgm:prSet presAssocID="{813A7261-56B4-4C39-BD8F-65CD5A497E12}" presName="tx1" presStyleLbl="revTx" presStyleIdx="1" presStyleCnt="4"/>
      <dgm:spPr/>
    </dgm:pt>
    <dgm:pt modelId="{C2B24339-8FDB-4D8B-A8C1-B5FFEFC99680}" type="pres">
      <dgm:prSet presAssocID="{813A7261-56B4-4C39-BD8F-65CD5A497E12}" presName="vert1" presStyleCnt="0"/>
      <dgm:spPr/>
    </dgm:pt>
    <dgm:pt modelId="{5388D56D-656D-4AB6-AAB4-55493EB2C2B8}" type="pres">
      <dgm:prSet presAssocID="{09907904-6AD9-48DA-88A6-F215B93FC318}" presName="thickLine" presStyleLbl="alignNode1" presStyleIdx="2" presStyleCnt="4"/>
      <dgm:spPr/>
    </dgm:pt>
    <dgm:pt modelId="{28E6E4DD-43C5-4726-BC0A-83FD3F1ABBEF}" type="pres">
      <dgm:prSet presAssocID="{09907904-6AD9-48DA-88A6-F215B93FC318}" presName="horz1" presStyleCnt="0"/>
      <dgm:spPr/>
    </dgm:pt>
    <dgm:pt modelId="{98548D87-3D5C-4D80-9817-4F17E643F4A1}" type="pres">
      <dgm:prSet presAssocID="{09907904-6AD9-48DA-88A6-F215B93FC318}" presName="tx1" presStyleLbl="revTx" presStyleIdx="2" presStyleCnt="4"/>
      <dgm:spPr/>
    </dgm:pt>
    <dgm:pt modelId="{B2CB8A11-A10E-4109-91F7-EB5DF6873546}" type="pres">
      <dgm:prSet presAssocID="{09907904-6AD9-48DA-88A6-F215B93FC318}" presName="vert1" presStyleCnt="0"/>
      <dgm:spPr/>
    </dgm:pt>
    <dgm:pt modelId="{F230F557-F52A-4CBA-8925-3955301908E4}" type="pres">
      <dgm:prSet presAssocID="{B850A748-1263-4F5C-8248-8A7058433B61}" presName="thickLine" presStyleLbl="alignNode1" presStyleIdx="3" presStyleCnt="4"/>
      <dgm:spPr/>
    </dgm:pt>
    <dgm:pt modelId="{F1AB7A4D-6089-448D-9E55-7A7B265B9FA0}" type="pres">
      <dgm:prSet presAssocID="{B850A748-1263-4F5C-8248-8A7058433B61}" presName="horz1" presStyleCnt="0"/>
      <dgm:spPr/>
    </dgm:pt>
    <dgm:pt modelId="{AF990550-3702-40C4-A41D-9123C93F38F2}" type="pres">
      <dgm:prSet presAssocID="{B850A748-1263-4F5C-8248-8A7058433B61}" presName="tx1" presStyleLbl="revTx" presStyleIdx="3" presStyleCnt="4"/>
      <dgm:spPr/>
    </dgm:pt>
    <dgm:pt modelId="{F7FBD301-208C-48F4-8630-38B25A8D0AD0}" type="pres">
      <dgm:prSet presAssocID="{B850A748-1263-4F5C-8248-8A7058433B61}" presName="vert1" presStyleCnt="0"/>
      <dgm:spPr/>
    </dgm:pt>
  </dgm:ptLst>
  <dgm:cxnLst>
    <dgm:cxn modelId="{EF0D961F-FF31-40A0-AE93-B4330A3F9526}" srcId="{FF0F2357-E1B7-48E4-90A2-1DD938B93E8F}" destId="{09907904-6AD9-48DA-88A6-F215B93FC318}" srcOrd="2" destOrd="0" parTransId="{99ABE1A4-23EA-45F4-A1B5-DABFE1CA17DA}" sibTransId="{72282207-55F6-4116-96E6-4939202BAD94}"/>
    <dgm:cxn modelId="{34E94227-30D4-44B3-8352-D4992F0200CF}" type="presOf" srcId="{B850A748-1263-4F5C-8248-8A7058433B61}" destId="{AF990550-3702-40C4-A41D-9123C93F38F2}" srcOrd="0" destOrd="0" presId="urn:microsoft.com/office/officeart/2008/layout/LinedList"/>
    <dgm:cxn modelId="{6715E46C-527B-4327-BB97-C79F1CFC3B87}" type="presOf" srcId="{FF0F2357-E1B7-48E4-90A2-1DD938B93E8F}" destId="{DF686AF3-5F00-4750-8A9B-047E02404F94}" srcOrd="0" destOrd="0" presId="urn:microsoft.com/office/officeart/2008/layout/LinedList"/>
    <dgm:cxn modelId="{A3848B7F-7F89-43CE-9A9B-F8DA8320D09C}" type="presOf" srcId="{09907904-6AD9-48DA-88A6-F215B93FC318}" destId="{98548D87-3D5C-4D80-9817-4F17E643F4A1}" srcOrd="0" destOrd="0" presId="urn:microsoft.com/office/officeart/2008/layout/LinedList"/>
    <dgm:cxn modelId="{F95B9D85-9E0E-4304-ABFB-F52DE55F6E95}" type="presOf" srcId="{F9D94541-2D97-4895-AA47-9512CD6856A7}" destId="{763F87DE-8F2B-4E0A-8DEA-373BACCDB555}" srcOrd="0" destOrd="0" presId="urn:microsoft.com/office/officeart/2008/layout/LinedList"/>
    <dgm:cxn modelId="{C139728E-0938-41D9-9E5A-EFA74F54484D}" type="presOf" srcId="{813A7261-56B4-4C39-BD8F-65CD5A497E12}" destId="{E53E0A13-990B-4B34-8E3E-DB941F38E4A9}" srcOrd="0" destOrd="0" presId="urn:microsoft.com/office/officeart/2008/layout/LinedList"/>
    <dgm:cxn modelId="{84EABE9C-69C1-4113-80B4-675E745E080E}" srcId="{FF0F2357-E1B7-48E4-90A2-1DD938B93E8F}" destId="{F9D94541-2D97-4895-AA47-9512CD6856A7}" srcOrd="0" destOrd="0" parTransId="{21A1C98A-9851-4555-A06C-C6195FABB236}" sibTransId="{C3362428-1CAF-42EA-BEDA-2F714DEAE6FB}"/>
    <dgm:cxn modelId="{FC9FB5F0-47F1-4D54-AEDB-BD84622B02E7}" srcId="{FF0F2357-E1B7-48E4-90A2-1DD938B93E8F}" destId="{B850A748-1263-4F5C-8248-8A7058433B61}" srcOrd="3" destOrd="0" parTransId="{4E0941DE-3A2F-476F-BC9A-EDB553AD0F5B}" sibTransId="{11F5C573-38E2-45A4-8A99-D7F4EE537F2B}"/>
    <dgm:cxn modelId="{12D8D2FB-5DD9-4079-B508-E9D9D449BFD7}" srcId="{FF0F2357-E1B7-48E4-90A2-1DD938B93E8F}" destId="{813A7261-56B4-4C39-BD8F-65CD5A497E12}" srcOrd="1" destOrd="0" parTransId="{9C0463C2-2C3A-48B4-A8C9-0F7D34D9E60F}" sibTransId="{BAEA28C9-0EE7-4062-AA64-28D7784D4BDC}"/>
    <dgm:cxn modelId="{EA46B6CD-ADCB-4402-A6E8-BB6AA24C558E}" type="presParOf" srcId="{DF686AF3-5F00-4750-8A9B-047E02404F94}" destId="{B25DA4E8-8867-4772-85F2-C6494980DB8E}" srcOrd="0" destOrd="0" presId="urn:microsoft.com/office/officeart/2008/layout/LinedList"/>
    <dgm:cxn modelId="{6F9E669D-C995-4524-A07B-BC4B4FB9D1EE}" type="presParOf" srcId="{DF686AF3-5F00-4750-8A9B-047E02404F94}" destId="{689E0B24-1EB0-4EE0-A650-36EBEA2324DF}" srcOrd="1" destOrd="0" presId="urn:microsoft.com/office/officeart/2008/layout/LinedList"/>
    <dgm:cxn modelId="{844EFF0C-2B1F-4EB8-AADD-1177773D0A3D}" type="presParOf" srcId="{689E0B24-1EB0-4EE0-A650-36EBEA2324DF}" destId="{763F87DE-8F2B-4E0A-8DEA-373BACCDB555}" srcOrd="0" destOrd="0" presId="urn:microsoft.com/office/officeart/2008/layout/LinedList"/>
    <dgm:cxn modelId="{86DEA141-E6AA-41E0-AAC2-CF286884833B}" type="presParOf" srcId="{689E0B24-1EB0-4EE0-A650-36EBEA2324DF}" destId="{A2C518CF-35C0-479B-B768-52D05BFFD1E0}" srcOrd="1" destOrd="0" presId="urn:microsoft.com/office/officeart/2008/layout/LinedList"/>
    <dgm:cxn modelId="{0F4E20EF-EF42-4D46-871F-9F4620759AD2}" type="presParOf" srcId="{DF686AF3-5F00-4750-8A9B-047E02404F94}" destId="{76BBA995-D328-4FB5-AA2B-3937F1309578}" srcOrd="2" destOrd="0" presId="urn:microsoft.com/office/officeart/2008/layout/LinedList"/>
    <dgm:cxn modelId="{0E8B6A0F-722B-4211-9705-B17175B581FE}" type="presParOf" srcId="{DF686AF3-5F00-4750-8A9B-047E02404F94}" destId="{9AE53EEB-634A-4266-AA40-00FCD44565C1}" srcOrd="3" destOrd="0" presId="urn:microsoft.com/office/officeart/2008/layout/LinedList"/>
    <dgm:cxn modelId="{8D5A037E-43E6-44E2-BC9C-9705B21366B2}" type="presParOf" srcId="{9AE53EEB-634A-4266-AA40-00FCD44565C1}" destId="{E53E0A13-990B-4B34-8E3E-DB941F38E4A9}" srcOrd="0" destOrd="0" presId="urn:microsoft.com/office/officeart/2008/layout/LinedList"/>
    <dgm:cxn modelId="{959DAD00-70D4-43DF-B5E3-93E6C23E7BFE}" type="presParOf" srcId="{9AE53EEB-634A-4266-AA40-00FCD44565C1}" destId="{C2B24339-8FDB-4D8B-A8C1-B5FFEFC99680}" srcOrd="1" destOrd="0" presId="urn:microsoft.com/office/officeart/2008/layout/LinedList"/>
    <dgm:cxn modelId="{9158922D-FAF6-4F28-90A7-DD12451ED69B}" type="presParOf" srcId="{DF686AF3-5F00-4750-8A9B-047E02404F94}" destId="{5388D56D-656D-4AB6-AAB4-55493EB2C2B8}" srcOrd="4" destOrd="0" presId="urn:microsoft.com/office/officeart/2008/layout/LinedList"/>
    <dgm:cxn modelId="{37100224-6E2C-4149-A62D-1E6F753A1CFB}" type="presParOf" srcId="{DF686AF3-5F00-4750-8A9B-047E02404F94}" destId="{28E6E4DD-43C5-4726-BC0A-83FD3F1ABBEF}" srcOrd="5" destOrd="0" presId="urn:microsoft.com/office/officeart/2008/layout/LinedList"/>
    <dgm:cxn modelId="{12904A00-9306-4EA2-96FF-1E7F03A14CCC}" type="presParOf" srcId="{28E6E4DD-43C5-4726-BC0A-83FD3F1ABBEF}" destId="{98548D87-3D5C-4D80-9817-4F17E643F4A1}" srcOrd="0" destOrd="0" presId="urn:microsoft.com/office/officeart/2008/layout/LinedList"/>
    <dgm:cxn modelId="{F139B335-7585-433A-805B-56D6CBE73113}" type="presParOf" srcId="{28E6E4DD-43C5-4726-BC0A-83FD3F1ABBEF}" destId="{B2CB8A11-A10E-4109-91F7-EB5DF6873546}" srcOrd="1" destOrd="0" presId="urn:microsoft.com/office/officeart/2008/layout/LinedList"/>
    <dgm:cxn modelId="{32A8AAE0-549A-499F-9BDA-159E5389605B}" type="presParOf" srcId="{DF686AF3-5F00-4750-8A9B-047E02404F94}" destId="{F230F557-F52A-4CBA-8925-3955301908E4}" srcOrd="6" destOrd="0" presId="urn:microsoft.com/office/officeart/2008/layout/LinedList"/>
    <dgm:cxn modelId="{9896A684-50C6-43A9-BFC9-0535E66EF9DB}" type="presParOf" srcId="{DF686AF3-5F00-4750-8A9B-047E02404F94}" destId="{F1AB7A4D-6089-448D-9E55-7A7B265B9FA0}" srcOrd="7" destOrd="0" presId="urn:microsoft.com/office/officeart/2008/layout/LinedList"/>
    <dgm:cxn modelId="{554486DA-5C9A-43A2-B6E5-5EFB9C4351CA}" type="presParOf" srcId="{F1AB7A4D-6089-448D-9E55-7A7B265B9FA0}" destId="{AF990550-3702-40C4-A41D-9123C93F38F2}" srcOrd="0" destOrd="0" presId="urn:microsoft.com/office/officeart/2008/layout/LinedList"/>
    <dgm:cxn modelId="{8162D6FD-A809-45FB-BB4A-93B59F7B4C8A}" type="presParOf" srcId="{F1AB7A4D-6089-448D-9E55-7A7B265B9FA0}" destId="{F7FBD301-208C-48F4-8630-38B25A8D0AD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946C2A-BFC0-405C-AEBB-E8EB421BB1E8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3E8573-CBE6-40E9-920E-F944EC334F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 b="1"/>
            <a:t>Хостинг веб-приложений:</a:t>
          </a:r>
          <a:r>
            <a:rPr lang="ru-RU"/>
            <a:t> </a:t>
          </a:r>
          <a:endParaRPr lang="en-US"/>
        </a:p>
      </dgm:t>
    </dgm:pt>
    <dgm:pt modelId="{E8B51E2D-2779-4828-B34C-A14EF0DD817A}" type="parTrans" cxnId="{C66911DF-F011-43D0-AC9C-778CC767CD4B}">
      <dgm:prSet/>
      <dgm:spPr/>
      <dgm:t>
        <a:bodyPr/>
        <a:lstStyle/>
        <a:p>
          <a:endParaRPr lang="en-US"/>
        </a:p>
      </dgm:t>
    </dgm:pt>
    <dgm:pt modelId="{81C78C99-059E-4A4D-9B06-F8848E655B61}" type="sibTrans" cxnId="{C66911DF-F011-43D0-AC9C-778CC767CD4B}">
      <dgm:prSet/>
      <dgm:spPr/>
      <dgm:t>
        <a:bodyPr/>
        <a:lstStyle/>
        <a:p>
          <a:endParaRPr lang="en-US"/>
        </a:p>
      </dgm:t>
    </dgm:pt>
    <dgm:pt modelId="{57A0BC89-0B5F-48D6-873B-BBFD456A9374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Разработчики используют </a:t>
          </a:r>
          <a:r>
            <a:rPr lang="ru-RU" err="1"/>
            <a:t>IaaS</a:t>
          </a:r>
          <a:r>
            <a:rPr lang="ru-RU"/>
            <a:t> для развертывания своих приложений с нуля, настраивая серверы по своим требованиям.</a:t>
          </a:r>
          <a:endParaRPr lang="en-US"/>
        </a:p>
      </dgm:t>
    </dgm:pt>
    <dgm:pt modelId="{CD8B04F8-30E3-4EF5-9591-F3D316D67A8A}" type="parTrans" cxnId="{7609F71D-4A0E-4B65-9037-AEBE0E2CBB45}">
      <dgm:prSet/>
      <dgm:spPr/>
      <dgm:t>
        <a:bodyPr/>
        <a:lstStyle/>
        <a:p>
          <a:endParaRPr lang="en-US"/>
        </a:p>
      </dgm:t>
    </dgm:pt>
    <dgm:pt modelId="{28D050D1-77C2-42B3-9763-B9E1613262A6}" type="sibTrans" cxnId="{7609F71D-4A0E-4B65-9037-AEBE0E2CBB45}">
      <dgm:prSet/>
      <dgm:spPr/>
      <dgm:t>
        <a:bodyPr/>
        <a:lstStyle/>
        <a:p>
          <a:endParaRPr lang="en-US"/>
        </a:p>
      </dgm:t>
    </dgm:pt>
    <dgm:pt modelId="{CDD5BF3B-2D74-4FB3-B60C-06C46EED6E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 b="1"/>
            <a:t>Тестирование и разработка:</a:t>
          </a:r>
          <a:endParaRPr lang="en-US"/>
        </a:p>
      </dgm:t>
    </dgm:pt>
    <dgm:pt modelId="{1DBE2E33-5115-4911-BFCA-377BC0DCD6D0}" type="parTrans" cxnId="{78C92B5E-AFE1-45BA-91C2-1BFBB3A25074}">
      <dgm:prSet/>
      <dgm:spPr/>
      <dgm:t>
        <a:bodyPr/>
        <a:lstStyle/>
        <a:p>
          <a:endParaRPr lang="en-US"/>
        </a:p>
      </dgm:t>
    </dgm:pt>
    <dgm:pt modelId="{1745C3CF-0ECD-4A60-B657-A83994A85B29}" type="sibTrans" cxnId="{78C92B5E-AFE1-45BA-91C2-1BFBB3A25074}">
      <dgm:prSet/>
      <dgm:spPr/>
      <dgm:t>
        <a:bodyPr/>
        <a:lstStyle/>
        <a:p>
          <a:endParaRPr lang="en-US"/>
        </a:p>
      </dgm:t>
    </dgm:pt>
    <dgm:pt modelId="{5F158315-0517-4D13-8447-C5BFF425CA6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Инженеры могут быстро создавать тестовые окружения без необходимости приобретать физическое оборудование.</a:t>
          </a:r>
          <a:endParaRPr lang="en-US"/>
        </a:p>
      </dgm:t>
    </dgm:pt>
    <dgm:pt modelId="{550C5DA9-7607-4B5D-AD96-EB9502BCB6C2}" type="parTrans" cxnId="{135F848B-4677-44C5-ACC5-7BE79DB6DE75}">
      <dgm:prSet/>
      <dgm:spPr/>
      <dgm:t>
        <a:bodyPr/>
        <a:lstStyle/>
        <a:p>
          <a:endParaRPr lang="en-US"/>
        </a:p>
      </dgm:t>
    </dgm:pt>
    <dgm:pt modelId="{FD1E2259-7591-48FD-AD57-29201924BD6F}" type="sibTrans" cxnId="{135F848B-4677-44C5-ACC5-7BE79DB6DE75}">
      <dgm:prSet/>
      <dgm:spPr/>
      <dgm:t>
        <a:bodyPr/>
        <a:lstStyle/>
        <a:p>
          <a:endParaRPr lang="en-US"/>
        </a:p>
      </dgm:t>
    </dgm:pt>
    <dgm:pt modelId="{FA510C7F-187C-492C-8C00-BAFC341C80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 b="1"/>
            <a:t>Обработка больших данных:</a:t>
          </a:r>
          <a:r>
            <a:rPr lang="ru-RU"/>
            <a:t> </a:t>
          </a:r>
          <a:endParaRPr lang="en-US"/>
        </a:p>
      </dgm:t>
    </dgm:pt>
    <dgm:pt modelId="{36771D29-2746-4F1A-86E5-BB5624D40C5E}" type="parTrans" cxnId="{5A4A5C11-EF56-4196-A119-33BAD06BBC6C}">
      <dgm:prSet/>
      <dgm:spPr/>
      <dgm:t>
        <a:bodyPr/>
        <a:lstStyle/>
        <a:p>
          <a:endParaRPr lang="en-US"/>
        </a:p>
      </dgm:t>
    </dgm:pt>
    <dgm:pt modelId="{1A173308-3754-46B1-B925-3E37652FD1BA}" type="sibTrans" cxnId="{5A4A5C11-EF56-4196-A119-33BAD06BBC6C}">
      <dgm:prSet/>
      <dgm:spPr/>
      <dgm:t>
        <a:bodyPr/>
        <a:lstStyle/>
        <a:p>
          <a:endParaRPr lang="en-US"/>
        </a:p>
      </dgm:t>
    </dgm:pt>
    <dgm:pt modelId="{D0DBB769-C39E-4A65-8376-EBFD4D1154B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Компании используют </a:t>
          </a:r>
          <a:r>
            <a:rPr lang="ru-RU" err="1"/>
            <a:t>IaaS</a:t>
          </a:r>
          <a:r>
            <a:rPr lang="ru-RU"/>
            <a:t> для запуска временных кластеров обработки данных, таких как Apache </a:t>
          </a:r>
          <a:r>
            <a:rPr lang="ru-RU" err="1"/>
            <a:t>Hadoop</a:t>
          </a:r>
          <a:r>
            <a:rPr lang="ru-RU"/>
            <a:t>.</a:t>
          </a:r>
          <a:endParaRPr lang="en-US"/>
        </a:p>
      </dgm:t>
    </dgm:pt>
    <dgm:pt modelId="{0AF3D2AA-0111-4D4F-B403-548A4E157BE5}" type="parTrans" cxnId="{49765A10-3CE0-4BCE-B949-9B5DE2D25692}">
      <dgm:prSet/>
      <dgm:spPr/>
      <dgm:t>
        <a:bodyPr/>
        <a:lstStyle/>
        <a:p>
          <a:endParaRPr lang="en-US"/>
        </a:p>
      </dgm:t>
    </dgm:pt>
    <dgm:pt modelId="{7D8706F3-2B5A-4022-BB6C-0FD8F2093BF9}" type="sibTrans" cxnId="{49765A10-3CE0-4BCE-B949-9B5DE2D25692}">
      <dgm:prSet/>
      <dgm:spPr/>
      <dgm:t>
        <a:bodyPr/>
        <a:lstStyle/>
        <a:p>
          <a:endParaRPr lang="en-US"/>
        </a:p>
      </dgm:t>
    </dgm:pt>
    <dgm:pt modelId="{82F77FCF-C57C-48B1-BC21-B4A17F0F4614}" type="pres">
      <dgm:prSet presAssocID="{7C946C2A-BFC0-405C-AEBB-E8EB421BB1E8}" presName="root" presStyleCnt="0">
        <dgm:presLayoutVars>
          <dgm:dir/>
          <dgm:resizeHandles val="exact"/>
        </dgm:presLayoutVars>
      </dgm:prSet>
      <dgm:spPr/>
    </dgm:pt>
    <dgm:pt modelId="{E03AAE44-D437-445C-8E13-FFBF94A2C599}" type="pres">
      <dgm:prSet presAssocID="{503E8573-CBE6-40E9-920E-F944EC334F2F}" presName="compNode" presStyleCnt="0"/>
      <dgm:spPr/>
    </dgm:pt>
    <dgm:pt modelId="{17607E42-881B-4C2C-A1E7-4F559A8D8D3A}" type="pres">
      <dgm:prSet presAssocID="{503E8573-CBE6-40E9-920E-F944EC334F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6EEE2787-2950-41BB-A217-E1783DEC0480}" type="pres">
      <dgm:prSet presAssocID="{503E8573-CBE6-40E9-920E-F944EC334F2F}" presName="iconSpace" presStyleCnt="0"/>
      <dgm:spPr/>
    </dgm:pt>
    <dgm:pt modelId="{CF848272-D6C1-4F2F-83E9-8120A7DEBAC8}" type="pres">
      <dgm:prSet presAssocID="{503E8573-CBE6-40E9-920E-F944EC334F2F}" presName="parTx" presStyleLbl="revTx" presStyleIdx="0" presStyleCnt="6">
        <dgm:presLayoutVars>
          <dgm:chMax val="0"/>
          <dgm:chPref val="0"/>
        </dgm:presLayoutVars>
      </dgm:prSet>
      <dgm:spPr/>
    </dgm:pt>
    <dgm:pt modelId="{CEC21055-4B25-4EEF-8264-F2537785FCF4}" type="pres">
      <dgm:prSet presAssocID="{503E8573-CBE6-40E9-920E-F944EC334F2F}" presName="txSpace" presStyleCnt="0"/>
      <dgm:spPr/>
    </dgm:pt>
    <dgm:pt modelId="{582745A2-BE53-4D01-BC9B-4D451CF3C9FE}" type="pres">
      <dgm:prSet presAssocID="{503E8573-CBE6-40E9-920E-F944EC334F2F}" presName="desTx" presStyleLbl="revTx" presStyleIdx="1" presStyleCnt="6">
        <dgm:presLayoutVars/>
      </dgm:prSet>
      <dgm:spPr/>
    </dgm:pt>
    <dgm:pt modelId="{27AE47D9-F4C4-4346-A119-1E1B7811DA09}" type="pres">
      <dgm:prSet presAssocID="{81C78C99-059E-4A4D-9B06-F8848E655B61}" presName="sibTrans" presStyleCnt="0"/>
      <dgm:spPr/>
    </dgm:pt>
    <dgm:pt modelId="{41749751-5517-4F98-BF74-9271B0DE0C2B}" type="pres">
      <dgm:prSet presAssocID="{CDD5BF3B-2D74-4FB3-B60C-06C46EED6ED9}" presName="compNode" presStyleCnt="0"/>
      <dgm:spPr/>
    </dgm:pt>
    <dgm:pt modelId="{3AC768E3-947A-4D80-80B6-DC4A4F197F06}" type="pres">
      <dgm:prSet presAssocID="{CDD5BF3B-2D74-4FB3-B60C-06C46EED6E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Шестеренки"/>
        </a:ext>
      </dgm:extLst>
    </dgm:pt>
    <dgm:pt modelId="{EF981A5E-3899-4ED8-B0DE-A5C3E09FA477}" type="pres">
      <dgm:prSet presAssocID="{CDD5BF3B-2D74-4FB3-B60C-06C46EED6ED9}" presName="iconSpace" presStyleCnt="0"/>
      <dgm:spPr/>
    </dgm:pt>
    <dgm:pt modelId="{6D785DF7-8CFC-4C3F-8694-6F058E0C20F6}" type="pres">
      <dgm:prSet presAssocID="{CDD5BF3B-2D74-4FB3-B60C-06C46EED6ED9}" presName="parTx" presStyleLbl="revTx" presStyleIdx="2" presStyleCnt="6">
        <dgm:presLayoutVars>
          <dgm:chMax val="0"/>
          <dgm:chPref val="0"/>
        </dgm:presLayoutVars>
      </dgm:prSet>
      <dgm:spPr/>
    </dgm:pt>
    <dgm:pt modelId="{9BF06AF3-8132-4002-BB60-5F61B438BBA7}" type="pres">
      <dgm:prSet presAssocID="{CDD5BF3B-2D74-4FB3-B60C-06C46EED6ED9}" presName="txSpace" presStyleCnt="0"/>
      <dgm:spPr/>
    </dgm:pt>
    <dgm:pt modelId="{33FB9131-0B95-435B-868C-95552F23E223}" type="pres">
      <dgm:prSet presAssocID="{CDD5BF3B-2D74-4FB3-B60C-06C46EED6ED9}" presName="desTx" presStyleLbl="revTx" presStyleIdx="3" presStyleCnt="6">
        <dgm:presLayoutVars/>
      </dgm:prSet>
      <dgm:spPr/>
    </dgm:pt>
    <dgm:pt modelId="{5503F9EB-0F91-4A83-8297-1E9067E133EA}" type="pres">
      <dgm:prSet presAssocID="{1745C3CF-0ECD-4A60-B657-A83994A85B29}" presName="sibTrans" presStyleCnt="0"/>
      <dgm:spPr/>
    </dgm:pt>
    <dgm:pt modelId="{9BBFB80F-7E78-4AE2-A24D-F8122DF191A2}" type="pres">
      <dgm:prSet presAssocID="{FA510C7F-187C-492C-8C00-BAFC341C806C}" presName="compNode" presStyleCnt="0"/>
      <dgm:spPr/>
    </dgm:pt>
    <dgm:pt modelId="{6BF14F10-347A-4088-A41B-87C5B89421C8}" type="pres">
      <dgm:prSet presAssocID="{FA510C7F-187C-492C-8C00-BAFC341C80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аза данных"/>
        </a:ext>
      </dgm:extLst>
    </dgm:pt>
    <dgm:pt modelId="{EDF48DCA-BD0D-45A8-9767-41B632021D49}" type="pres">
      <dgm:prSet presAssocID="{FA510C7F-187C-492C-8C00-BAFC341C806C}" presName="iconSpace" presStyleCnt="0"/>
      <dgm:spPr/>
    </dgm:pt>
    <dgm:pt modelId="{A4907E02-360C-4B4C-BCA9-D7572A846FA4}" type="pres">
      <dgm:prSet presAssocID="{FA510C7F-187C-492C-8C00-BAFC341C806C}" presName="parTx" presStyleLbl="revTx" presStyleIdx="4" presStyleCnt="6">
        <dgm:presLayoutVars>
          <dgm:chMax val="0"/>
          <dgm:chPref val="0"/>
        </dgm:presLayoutVars>
      </dgm:prSet>
      <dgm:spPr/>
    </dgm:pt>
    <dgm:pt modelId="{1B669336-A5F9-46B3-ADC1-229A6BE723F6}" type="pres">
      <dgm:prSet presAssocID="{FA510C7F-187C-492C-8C00-BAFC341C806C}" presName="txSpace" presStyleCnt="0"/>
      <dgm:spPr/>
    </dgm:pt>
    <dgm:pt modelId="{526E83B4-7EAE-43C3-9BB4-B68466ADDFC9}" type="pres">
      <dgm:prSet presAssocID="{FA510C7F-187C-492C-8C00-BAFC341C806C}" presName="desTx" presStyleLbl="revTx" presStyleIdx="5" presStyleCnt="6">
        <dgm:presLayoutVars/>
      </dgm:prSet>
      <dgm:spPr/>
    </dgm:pt>
  </dgm:ptLst>
  <dgm:cxnLst>
    <dgm:cxn modelId="{B562000B-C62F-4C9A-993D-8F8D3DAE0C6D}" type="presOf" srcId="{CDD5BF3B-2D74-4FB3-B60C-06C46EED6ED9}" destId="{6D785DF7-8CFC-4C3F-8694-6F058E0C20F6}" srcOrd="0" destOrd="0" presId="urn:microsoft.com/office/officeart/2018/5/layout/CenteredIconLabelDescriptionList"/>
    <dgm:cxn modelId="{49765A10-3CE0-4BCE-B949-9B5DE2D25692}" srcId="{FA510C7F-187C-492C-8C00-BAFC341C806C}" destId="{D0DBB769-C39E-4A65-8376-EBFD4D1154B6}" srcOrd="0" destOrd="0" parTransId="{0AF3D2AA-0111-4D4F-B403-548A4E157BE5}" sibTransId="{7D8706F3-2B5A-4022-BB6C-0FD8F2093BF9}"/>
    <dgm:cxn modelId="{5A4A5C11-EF56-4196-A119-33BAD06BBC6C}" srcId="{7C946C2A-BFC0-405C-AEBB-E8EB421BB1E8}" destId="{FA510C7F-187C-492C-8C00-BAFC341C806C}" srcOrd="2" destOrd="0" parTransId="{36771D29-2746-4F1A-86E5-BB5624D40C5E}" sibTransId="{1A173308-3754-46B1-B925-3E37652FD1BA}"/>
    <dgm:cxn modelId="{78F15717-AA3E-419C-ADDA-C014B12BC558}" type="presOf" srcId="{7C946C2A-BFC0-405C-AEBB-E8EB421BB1E8}" destId="{82F77FCF-C57C-48B1-BC21-B4A17F0F4614}" srcOrd="0" destOrd="0" presId="urn:microsoft.com/office/officeart/2018/5/layout/CenteredIconLabelDescriptionList"/>
    <dgm:cxn modelId="{7609F71D-4A0E-4B65-9037-AEBE0E2CBB45}" srcId="{503E8573-CBE6-40E9-920E-F944EC334F2F}" destId="{57A0BC89-0B5F-48D6-873B-BBFD456A9374}" srcOrd="0" destOrd="0" parTransId="{CD8B04F8-30E3-4EF5-9591-F3D316D67A8A}" sibTransId="{28D050D1-77C2-42B3-9763-B9E1613262A6}"/>
    <dgm:cxn modelId="{78C92B5E-AFE1-45BA-91C2-1BFBB3A25074}" srcId="{7C946C2A-BFC0-405C-AEBB-E8EB421BB1E8}" destId="{CDD5BF3B-2D74-4FB3-B60C-06C46EED6ED9}" srcOrd="1" destOrd="0" parTransId="{1DBE2E33-5115-4911-BFCA-377BC0DCD6D0}" sibTransId="{1745C3CF-0ECD-4A60-B657-A83994A85B29}"/>
    <dgm:cxn modelId="{A697B542-6584-48CD-9D02-247C2FBF3096}" type="presOf" srcId="{503E8573-CBE6-40E9-920E-F944EC334F2F}" destId="{CF848272-D6C1-4F2F-83E9-8120A7DEBAC8}" srcOrd="0" destOrd="0" presId="urn:microsoft.com/office/officeart/2018/5/layout/CenteredIconLabelDescriptionList"/>
    <dgm:cxn modelId="{97F32176-DBC1-4B50-A556-CA8AC4BDAA3C}" type="presOf" srcId="{D0DBB769-C39E-4A65-8376-EBFD4D1154B6}" destId="{526E83B4-7EAE-43C3-9BB4-B68466ADDFC9}" srcOrd="0" destOrd="0" presId="urn:microsoft.com/office/officeart/2018/5/layout/CenteredIconLabelDescriptionList"/>
    <dgm:cxn modelId="{9A6B7279-628F-4990-9F15-A66DDE4EF2FF}" type="presOf" srcId="{5F158315-0517-4D13-8447-C5BFF425CA6D}" destId="{33FB9131-0B95-435B-868C-95552F23E223}" srcOrd="0" destOrd="0" presId="urn:microsoft.com/office/officeart/2018/5/layout/CenteredIconLabelDescriptionList"/>
    <dgm:cxn modelId="{135F848B-4677-44C5-ACC5-7BE79DB6DE75}" srcId="{CDD5BF3B-2D74-4FB3-B60C-06C46EED6ED9}" destId="{5F158315-0517-4D13-8447-C5BFF425CA6D}" srcOrd="0" destOrd="0" parTransId="{550C5DA9-7607-4B5D-AD96-EB9502BCB6C2}" sibTransId="{FD1E2259-7591-48FD-AD57-29201924BD6F}"/>
    <dgm:cxn modelId="{824A96B7-20F8-4A09-B361-8F3E24558477}" type="presOf" srcId="{FA510C7F-187C-492C-8C00-BAFC341C806C}" destId="{A4907E02-360C-4B4C-BCA9-D7572A846FA4}" srcOrd="0" destOrd="0" presId="urn:microsoft.com/office/officeart/2018/5/layout/CenteredIconLabelDescriptionList"/>
    <dgm:cxn modelId="{C66911DF-F011-43D0-AC9C-778CC767CD4B}" srcId="{7C946C2A-BFC0-405C-AEBB-E8EB421BB1E8}" destId="{503E8573-CBE6-40E9-920E-F944EC334F2F}" srcOrd="0" destOrd="0" parTransId="{E8B51E2D-2779-4828-B34C-A14EF0DD817A}" sibTransId="{81C78C99-059E-4A4D-9B06-F8848E655B61}"/>
    <dgm:cxn modelId="{1A27D7E2-734D-4885-B259-579169054182}" type="presOf" srcId="{57A0BC89-0B5F-48D6-873B-BBFD456A9374}" destId="{582745A2-BE53-4D01-BC9B-4D451CF3C9FE}" srcOrd="0" destOrd="0" presId="urn:microsoft.com/office/officeart/2018/5/layout/CenteredIconLabelDescriptionList"/>
    <dgm:cxn modelId="{39070A58-36D8-4B3E-9C2A-5C62AF91BCDD}" type="presParOf" srcId="{82F77FCF-C57C-48B1-BC21-B4A17F0F4614}" destId="{E03AAE44-D437-445C-8E13-FFBF94A2C599}" srcOrd="0" destOrd="0" presId="urn:microsoft.com/office/officeart/2018/5/layout/CenteredIconLabelDescriptionList"/>
    <dgm:cxn modelId="{C75206D9-69EA-4C9A-9E3F-F0FCD713C637}" type="presParOf" srcId="{E03AAE44-D437-445C-8E13-FFBF94A2C599}" destId="{17607E42-881B-4C2C-A1E7-4F559A8D8D3A}" srcOrd="0" destOrd="0" presId="urn:microsoft.com/office/officeart/2018/5/layout/CenteredIconLabelDescriptionList"/>
    <dgm:cxn modelId="{3281D8D1-2E17-453C-9289-1C55F2291F21}" type="presParOf" srcId="{E03AAE44-D437-445C-8E13-FFBF94A2C599}" destId="{6EEE2787-2950-41BB-A217-E1783DEC0480}" srcOrd="1" destOrd="0" presId="urn:microsoft.com/office/officeart/2018/5/layout/CenteredIconLabelDescriptionList"/>
    <dgm:cxn modelId="{5BE0108B-2516-48E7-8A38-A947D6271AD6}" type="presParOf" srcId="{E03AAE44-D437-445C-8E13-FFBF94A2C599}" destId="{CF848272-D6C1-4F2F-83E9-8120A7DEBAC8}" srcOrd="2" destOrd="0" presId="urn:microsoft.com/office/officeart/2018/5/layout/CenteredIconLabelDescriptionList"/>
    <dgm:cxn modelId="{02FCA4B7-1A97-4623-AB1E-82AEFCE258FC}" type="presParOf" srcId="{E03AAE44-D437-445C-8E13-FFBF94A2C599}" destId="{CEC21055-4B25-4EEF-8264-F2537785FCF4}" srcOrd="3" destOrd="0" presId="urn:microsoft.com/office/officeart/2018/5/layout/CenteredIconLabelDescriptionList"/>
    <dgm:cxn modelId="{45A961B5-FDFB-4C63-87E7-A1C708DF9C0A}" type="presParOf" srcId="{E03AAE44-D437-445C-8E13-FFBF94A2C599}" destId="{582745A2-BE53-4D01-BC9B-4D451CF3C9FE}" srcOrd="4" destOrd="0" presId="urn:microsoft.com/office/officeart/2018/5/layout/CenteredIconLabelDescriptionList"/>
    <dgm:cxn modelId="{0E86FDDC-6ABD-4D66-B645-5D50FCAD0AA8}" type="presParOf" srcId="{82F77FCF-C57C-48B1-BC21-B4A17F0F4614}" destId="{27AE47D9-F4C4-4346-A119-1E1B7811DA09}" srcOrd="1" destOrd="0" presId="urn:microsoft.com/office/officeart/2018/5/layout/CenteredIconLabelDescriptionList"/>
    <dgm:cxn modelId="{AB797EBD-3366-4E6F-81CE-2D7D11DF133F}" type="presParOf" srcId="{82F77FCF-C57C-48B1-BC21-B4A17F0F4614}" destId="{41749751-5517-4F98-BF74-9271B0DE0C2B}" srcOrd="2" destOrd="0" presId="urn:microsoft.com/office/officeart/2018/5/layout/CenteredIconLabelDescriptionList"/>
    <dgm:cxn modelId="{A8A2ED6A-CB69-4AC2-8689-5D5B2A560D68}" type="presParOf" srcId="{41749751-5517-4F98-BF74-9271B0DE0C2B}" destId="{3AC768E3-947A-4D80-80B6-DC4A4F197F06}" srcOrd="0" destOrd="0" presId="urn:microsoft.com/office/officeart/2018/5/layout/CenteredIconLabelDescriptionList"/>
    <dgm:cxn modelId="{6D6A0EBE-A726-4ADE-9CD5-379A4268567B}" type="presParOf" srcId="{41749751-5517-4F98-BF74-9271B0DE0C2B}" destId="{EF981A5E-3899-4ED8-B0DE-A5C3E09FA477}" srcOrd="1" destOrd="0" presId="urn:microsoft.com/office/officeart/2018/5/layout/CenteredIconLabelDescriptionList"/>
    <dgm:cxn modelId="{F9A2D775-005A-439D-B475-BD6AA3DFD343}" type="presParOf" srcId="{41749751-5517-4F98-BF74-9271B0DE0C2B}" destId="{6D785DF7-8CFC-4C3F-8694-6F058E0C20F6}" srcOrd="2" destOrd="0" presId="urn:microsoft.com/office/officeart/2018/5/layout/CenteredIconLabelDescriptionList"/>
    <dgm:cxn modelId="{6BFE2F50-1037-495A-A75F-DD892E24700E}" type="presParOf" srcId="{41749751-5517-4F98-BF74-9271B0DE0C2B}" destId="{9BF06AF3-8132-4002-BB60-5F61B438BBA7}" srcOrd="3" destOrd="0" presId="urn:microsoft.com/office/officeart/2018/5/layout/CenteredIconLabelDescriptionList"/>
    <dgm:cxn modelId="{8B52F22A-3023-4E53-8EBE-51570724CE93}" type="presParOf" srcId="{41749751-5517-4F98-BF74-9271B0DE0C2B}" destId="{33FB9131-0B95-435B-868C-95552F23E223}" srcOrd="4" destOrd="0" presId="urn:microsoft.com/office/officeart/2018/5/layout/CenteredIconLabelDescriptionList"/>
    <dgm:cxn modelId="{9D5B16B2-AA50-4C45-ACC4-EAC8B16B9E94}" type="presParOf" srcId="{82F77FCF-C57C-48B1-BC21-B4A17F0F4614}" destId="{5503F9EB-0F91-4A83-8297-1E9067E133EA}" srcOrd="3" destOrd="0" presId="urn:microsoft.com/office/officeart/2018/5/layout/CenteredIconLabelDescriptionList"/>
    <dgm:cxn modelId="{26E0717A-13E1-4895-8A63-8FD3E3B43179}" type="presParOf" srcId="{82F77FCF-C57C-48B1-BC21-B4A17F0F4614}" destId="{9BBFB80F-7E78-4AE2-A24D-F8122DF191A2}" srcOrd="4" destOrd="0" presId="urn:microsoft.com/office/officeart/2018/5/layout/CenteredIconLabelDescriptionList"/>
    <dgm:cxn modelId="{13F8A57D-9289-487D-8E70-CCA30369548B}" type="presParOf" srcId="{9BBFB80F-7E78-4AE2-A24D-F8122DF191A2}" destId="{6BF14F10-347A-4088-A41B-87C5B89421C8}" srcOrd="0" destOrd="0" presId="urn:microsoft.com/office/officeart/2018/5/layout/CenteredIconLabelDescriptionList"/>
    <dgm:cxn modelId="{51EDCE04-F60E-42DF-A74E-AEE4804EB701}" type="presParOf" srcId="{9BBFB80F-7E78-4AE2-A24D-F8122DF191A2}" destId="{EDF48DCA-BD0D-45A8-9767-41B632021D49}" srcOrd="1" destOrd="0" presId="urn:microsoft.com/office/officeart/2018/5/layout/CenteredIconLabelDescriptionList"/>
    <dgm:cxn modelId="{715E5A02-0905-49FE-A615-CB972006DCEA}" type="presParOf" srcId="{9BBFB80F-7E78-4AE2-A24D-F8122DF191A2}" destId="{A4907E02-360C-4B4C-BCA9-D7572A846FA4}" srcOrd="2" destOrd="0" presId="urn:microsoft.com/office/officeart/2018/5/layout/CenteredIconLabelDescriptionList"/>
    <dgm:cxn modelId="{A01D6532-3F69-410D-A999-E151F60523C0}" type="presParOf" srcId="{9BBFB80F-7E78-4AE2-A24D-F8122DF191A2}" destId="{1B669336-A5F9-46B3-ADC1-229A6BE723F6}" srcOrd="3" destOrd="0" presId="urn:microsoft.com/office/officeart/2018/5/layout/CenteredIconLabelDescriptionList"/>
    <dgm:cxn modelId="{9A643A16-3804-4873-8950-2925D03D5CCE}" type="presParOf" srcId="{9BBFB80F-7E78-4AE2-A24D-F8122DF191A2}" destId="{526E83B4-7EAE-43C3-9BB4-B68466ADDFC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C2F10-5B89-4DF7-AC0D-3E03DAA5E5CB}">
      <dsp:nvSpPr>
        <dsp:cNvPr id="0" name=""/>
        <dsp:cNvSpPr/>
      </dsp:nvSpPr>
      <dsp:spPr>
        <a:xfrm rot="5400000">
          <a:off x="3017711" y="104509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b="1" kern="1200"/>
            <a:t>Экономия затрат</a:t>
          </a:r>
          <a:endParaRPr lang="en-US" sz="700" kern="1200"/>
        </a:p>
      </dsp:txBody>
      <dsp:txXfrm rot="-5400000">
        <a:off x="3330463" y="246144"/>
        <a:ext cx="933774" cy="1073303"/>
      </dsp:txXfrm>
    </dsp:sp>
    <dsp:sp modelId="{5361ABE7-61E3-4B16-B648-AF99097F1FB3}">
      <dsp:nvSpPr>
        <dsp:cNvPr id="0" name=""/>
        <dsp:cNvSpPr/>
      </dsp:nvSpPr>
      <dsp:spPr>
        <a:xfrm>
          <a:off x="4516802" y="315012"/>
          <a:ext cx="1740155" cy="93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FA987-AF52-4F63-90F2-71332E8BD3C6}">
      <dsp:nvSpPr>
        <dsp:cNvPr id="0" name=""/>
        <dsp:cNvSpPr/>
      </dsp:nvSpPr>
      <dsp:spPr>
        <a:xfrm rot="5400000">
          <a:off x="1552613" y="104509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865365" y="246144"/>
        <a:ext cx="933774" cy="1073303"/>
      </dsp:txXfrm>
    </dsp:sp>
    <dsp:sp modelId="{F4628266-1756-4064-9499-88DFC3BFAAA0}">
      <dsp:nvSpPr>
        <dsp:cNvPr id="0" name=""/>
        <dsp:cNvSpPr/>
      </dsp:nvSpPr>
      <dsp:spPr>
        <a:xfrm rot="5400000">
          <a:off x="2282355" y="1428026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b="1" kern="1200"/>
            <a:t>Масштабируемость</a:t>
          </a:r>
          <a:endParaRPr lang="en-US" sz="700" kern="1200"/>
        </a:p>
      </dsp:txBody>
      <dsp:txXfrm rot="-5400000">
        <a:off x="2595107" y="1569661"/>
        <a:ext cx="933774" cy="1073303"/>
      </dsp:txXfrm>
    </dsp:sp>
    <dsp:sp modelId="{8404FDE8-D7A4-4600-962F-1D69FE817A1F}">
      <dsp:nvSpPr>
        <dsp:cNvPr id="0" name=""/>
        <dsp:cNvSpPr/>
      </dsp:nvSpPr>
      <dsp:spPr>
        <a:xfrm>
          <a:off x="643553" y="1638528"/>
          <a:ext cx="1684021" cy="93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996DA-1402-400D-8936-E98569F1B735}">
      <dsp:nvSpPr>
        <dsp:cNvPr id="0" name=""/>
        <dsp:cNvSpPr/>
      </dsp:nvSpPr>
      <dsp:spPr>
        <a:xfrm rot="5400000">
          <a:off x="3747454" y="1428026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060206" y="1569661"/>
        <a:ext cx="933774" cy="1073303"/>
      </dsp:txXfrm>
    </dsp:sp>
    <dsp:sp modelId="{76D4E711-9C3D-4BF2-8B35-20574E673FFA}">
      <dsp:nvSpPr>
        <dsp:cNvPr id="0" name=""/>
        <dsp:cNvSpPr/>
      </dsp:nvSpPr>
      <dsp:spPr>
        <a:xfrm rot="5400000">
          <a:off x="3017711" y="2751542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b="1" kern="1200"/>
            <a:t>Гибкость и доступность</a:t>
          </a:r>
          <a:endParaRPr lang="en-US" sz="700" kern="1200"/>
        </a:p>
      </dsp:txBody>
      <dsp:txXfrm rot="-5400000">
        <a:off x="3330463" y="2893177"/>
        <a:ext cx="933774" cy="1073303"/>
      </dsp:txXfrm>
    </dsp:sp>
    <dsp:sp modelId="{E0BB9666-FC51-443F-889F-5CF9C0490710}">
      <dsp:nvSpPr>
        <dsp:cNvPr id="0" name=""/>
        <dsp:cNvSpPr/>
      </dsp:nvSpPr>
      <dsp:spPr>
        <a:xfrm>
          <a:off x="4516802" y="2962044"/>
          <a:ext cx="1740155" cy="93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5D4A0D-8E63-40C7-8285-FC0057DFA9D7}">
      <dsp:nvSpPr>
        <dsp:cNvPr id="0" name=""/>
        <dsp:cNvSpPr/>
      </dsp:nvSpPr>
      <dsp:spPr>
        <a:xfrm rot="5400000">
          <a:off x="1552613" y="2751542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865365" y="2893177"/>
        <a:ext cx="933774" cy="1073303"/>
      </dsp:txXfrm>
    </dsp:sp>
    <dsp:sp modelId="{8F443C02-F3B4-4C27-A96A-D4841DE51776}">
      <dsp:nvSpPr>
        <dsp:cNvPr id="0" name=""/>
        <dsp:cNvSpPr/>
      </dsp:nvSpPr>
      <dsp:spPr>
        <a:xfrm rot="5400000">
          <a:off x="2282355" y="4075058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b="1" kern="1200"/>
            <a:t>Инновации</a:t>
          </a:r>
          <a:endParaRPr lang="en-US" sz="700" kern="1200"/>
        </a:p>
      </dsp:txBody>
      <dsp:txXfrm rot="-5400000">
        <a:off x="2595107" y="4216693"/>
        <a:ext cx="933774" cy="1073303"/>
      </dsp:txXfrm>
    </dsp:sp>
    <dsp:sp modelId="{38F868FE-7EAE-4A9B-B466-F91732AA4BE3}">
      <dsp:nvSpPr>
        <dsp:cNvPr id="0" name=""/>
        <dsp:cNvSpPr/>
      </dsp:nvSpPr>
      <dsp:spPr>
        <a:xfrm>
          <a:off x="643553" y="4285560"/>
          <a:ext cx="1684021" cy="93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99E95-78C8-4EE9-8089-3F1F48E1DFD9}">
      <dsp:nvSpPr>
        <dsp:cNvPr id="0" name=""/>
        <dsp:cNvSpPr/>
      </dsp:nvSpPr>
      <dsp:spPr>
        <a:xfrm rot="5400000">
          <a:off x="3747454" y="4075058"/>
          <a:ext cx="1559279" cy="1356572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060206" y="4216693"/>
        <a:ext cx="933774" cy="1073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DA4E8-8867-4772-85F2-C6494980DB8E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F87DE-8F2B-4E0A-8DEA-373BACCDB555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Частное облако — это инфраструктура, которая предназначена для использования только одной организацией. Она может находиться на территории компании или в дата-центре провайдера</a:t>
          </a:r>
          <a:endParaRPr lang="en-US" sz="1900" kern="1200"/>
        </a:p>
      </dsp:txBody>
      <dsp:txXfrm>
        <a:off x="0" y="0"/>
        <a:ext cx="6900512" cy="1384035"/>
      </dsp:txXfrm>
    </dsp:sp>
    <dsp:sp modelId="{76BBA995-D328-4FB5-AA2B-3937F1309578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E0A13-990B-4B34-8E3E-DB941F38E4A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Публичное облако предоставляется сторонним провайдером, таким как Amazon Web Services, Microsoft Azure или Google Cloud. Ресурсы делятся между несколькими клиентами, но остаются изолированными на уровне данных.</a:t>
          </a:r>
          <a:endParaRPr lang="en-US" sz="1900" kern="1200"/>
        </a:p>
      </dsp:txBody>
      <dsp:txXfrm>
        <a:off x="0" y="1384035"/>
        <a:ext cx="6900512" cy="1384035"/>
      </dsp:txXfrm>
    </dsp:sp>
    <dsp:sp modelId="{5388D56D-656D-4AB6-AAB4-55493EB2C2B8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48D87-3D5C-4D80-9817-4F17E643F4A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Гибридное облако сочетает в себе частное и публичное облако. Это позволяет компаниям использовать преимущества обоих подходов</a:t>
          </a:r>
          <a:endParaRPr lang="en-US" sz="1900" kern="1200"/>
        </a:p>
      </dsp:txBody>
      <dsp:txXfrm>
        <a:off x="0" y="2768070"/>
        <a:ext cx="6900512" cy="1384035"/>
      </dsp:txXfrm>
    </dsp:sp>
    <dsp:sp modelId="{F230F557-F52A-4CBA-8925-3955301908E4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90550-3702-40C4-A41D-9123C93F38F2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Мультиоблако — это использование нескольких облачных провайдеров одновременно. Например, компания может использовать AWS для хранения данных и Google Cloud для машинного обучения</a:t>
          </a:r>
          <a:endParaRPr lang="en-US" sz="1900" kern="1200"/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07E42-881B-4C2C-A1E7-4F559A8D8D3A}">
      <dsp:nvSpPr>
        <dsp:cNvPr id="0" name=""/>
        <dsp:cNvSpPr/>
      </dsp:nvSpPr>
      <dsp:spPr>
        <a:xfrm>
          <a:off x="503467" y="1016511"/>
          <a:ext cx="541160" cy="5411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48272-D6C1-4F2F-83E9-8120A7DEBAC8}">
      <dsp:nvSpPr>
        <dsp:cNvPr id="0" name=""/>
        <dsp:cNvSpPr/>
      </dsp:nvSpPr>
      <dsp:spPr>
        <a:xfrm>
          <a:off x="962" y="1657359"/>
          <a:ext cx="1546171" cy="434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/>
            <a:t>Хостинг веб-приложений:</a:t>
          </a:r>
          <a:r>
            <a:rPr lang="ru-RU" sz="1400" kern="1200"/>
            <a:t> </a:t>
          </a:r>
          <a:endParaRPr lang="en-US" sz="1400" kern="1200"/>
        </a:p>
      </dsp:txBody>
      <dsp:txXfrm>
        <a:off x="962" y="1657359"/>
        <a:ext cx="1546171" cy="434860"/>
      </dsp:txXfrm>
    </dsp:sp>
    <dsp:sp modelId="{582745A2-BE53-4D01-BC9B-4D451CF3C9FE}">
      <dsp:nvSpPr>
        <dsp:cNvPr id="0" name=""/>
        <dsp:cNvSpPr/>
      </dsp:nvSpPr>
      <dsp:spPr>
        <a:xfrm>
          <a:off x="962" y="2138586"/>
          <a:ext cx="1546171" cy="1196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Разработчики используют </a:t>
          </a:r>
          <a:r>
            <a:rPr lang="ru-RU" sz="1100" kern="1200" err="1"/>
            <a:t>IaaS</a:t>
          </a:r>
          <a:r>
            <a:rPr lang="ru-RU" sz="1100" kern="1200"/>
            <a:t> для развертывания своих приложений с нуля, настраивая серверы по своим требованиям.</a:t>
          </a:r>
          <a:endParaRPr lang="en-US" sz="1100" kern="1200"/>
        </a:p>
      </dsp:txBody>
      <dsp:txXfrm>
        <a:off x="962" y="2138586"/>
        <a:ext cx="1546171" cy="1196239"/>
      </dsp:txXfrm>
    </dsp:sp>
    <dsp:sp modelId="{3AC768E3-947A-4D80-80B6-DC4A4F197F06}">
      <dsp:nvSpPr>
        <dsp:cNvPr id="0" name=""/>
        <dsp:cNvSpPr/>
      </dsp:nvSpPr>
      <dsp:spPr>
        <a:xfrm>
          <a:off x="2320219" y="1016511"/>
          <a:ext cx="541160" cy="5411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85DF7-8CFC-4C3F-8694-6F058E0C20F6}">
      <dsp:nvSpPr>
        <dsp:cNvPr id="0" name=""/>
        <dsp:cNvSpPr/>
      </dsp:nvSpPr>
      <dsp:spPr>
        <a:xfrm>
          <a:off x="1817714" y="1657359"/>
          <a:ext cx="1546171" cy="434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/>
            <a:t>Тестирование и разработка:</a:t>
          </a:r>
          <a:endParaRPr lang="en-US" sz="1400" kern="1200"/>
        </a:p>
      </dsp:txBody>
      <dsp:txXfrm>
        <a:off x="1817714" y="1657359"/>
        <a:ext cx="1546171" cy="434860"/>
      </dsp:txXfrm>
    </dsp:sp>
    <dsp:sp modelId="{33FB9131-0B95-435B-868C-95552F23E223}">
      <dsp:nvSpPr>
        <dsp:cNvPr id="0" name=""/>
        <dsp:cNvSpPr/>
      </dsp:nvSpPr>
      <dsp:spPr>
        <a:xfrm>
          <a:off x="1817714" y="2138586"/>
          <a:ext cx="1546171" cy="1196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Инженеры могут быстро создавать тестовые окружения без необходимости приобретать физическое оборудование.</a:t>
          </a:r>
          <a:endParaRPr lang="en-US" sz="1100" kern="1200"/>
        </a:p>
      </dsp:txBody>
      <dsp:txXfrm>
        <a:off x="1817714" y="2138586"/>
        <a:ext cx="1546171" cy="1196239"/>
      </dsp:txXfrm>
    </dsp:sp>
    <dsp:sp modelId="{6BF14F10-347A-4088-A41B-87C5B89421C8}">
      <dsp:nvSpPr>
        <dsp:cNvPr id="0" name=""/>
        <dsp:cNvSpPr/>
      </dsp:nvSpPr>
      <dsp:spPr>
        <a:xfrm>
          <a:off x="4136971" y="1016511"/>
          <a:ext cx="541160" cy="5411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07E02-360C-4B4C-BCA9-D7572A846FA4}">
      <dsp:nvSpPr>
        <dsp:cNvPr id="0" name=""/>
        <dsp:cNvSpPr/>
      </dsp:nvSpPr>
      <dsp:spPr>
        <a:xfrm>
          <a:off x="3634466" y="1657359"/>
          <a:ext cx="1546171" cy="434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/>
            <a:t>Обработка больших данных:</a:t>
          </a:r>
          <a:r>
            <a:rPr lang="ru-RU" sz="1400" kern="1200"/>
            <a:t> </a:t>
          </a:r>
          <a:endParaRPr lang="en-US" sz="1400" kern="1200"/>
        </a:p>
      </dsp:txBody>
      <dsp:txXfrm>
        <a:off x="3634466" y="1657359"/>
        <a:ext cx="1546171" cy="434860"/>
      </dsp:txXfrm>
    </dsp:sp>
    <dsp:sp modelId="{526E83B4-7EAE-43C3-9BB4-B68466ADDFC9}">
      <dsp:nvSpPr>
        <dsp:cNvPr id="0" name=""/>
        <dsp:cNvSpPr/>
      </dsp:nvSpPr>
      <dsp:spPr>
        <a:xfrm>
          <a:off x="3634466" y="2138586"/>
          <a:ext cx="1546171" cy="1196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Компании используют </a:t>
          </a:r>
          <a:r>
            <a:rPr lang="ru-RU" sz="1100" kern="1200" err="1"/>
            <a:t>IaaS</a:t>
          </a:r>
          <a:r>
            <a:rPr lang="ru-RU" sz="1100" kern="1200"/>
            <a:t> для запуска временных кластеров обработки данных, таких как Apache </a:t>
          </a:r>
          <a:r>
            <a:rPr lang="ru-RU" sz="1100" kern="1200" err="1"/>
            <a:t>Hadoop</a:t>
          </a:r>
          <a:r>
            <a:rPr lang="ru-RU" sz="1100" kern="1200"/>
            <a:t>.</a:t>
          </a:r>
          <a:endParaRPr lang="en-US" sz="1100" kern="1200"/>
        </a:p>
      </dsp:txBody>
      <dsp:txXfrm>
        <a:off x="3634466" y="2138586"/>
        <a:ext cx="1546171" cy="1196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ru-RU" sz="5100">
                <a:solidFill>
                  <a:srgbClr val="FFFFFF"/>
                </a:solidFill>
                <a:ea typeface="+mj-lt"/>
                <a:cs typeface="+mj-lt"/>
              </a:rPr>
              <a:t>Основы облачных технологий и их применение</a:t>
            </a:r>
            <a:endParaRPr lang="ru-RU" sz="5100">
              <a:solidFill>
                <a:srgbClr val="FFFFFF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27832" y="4353507"/>
            <a:ext cx="5733288" cy="932688"/>
          </a:xfrm>
        </p:spPr>
        <p:txBody>
          <a:bodyPr>
            <a:normAutofit/>
          </a:bodyPr>
          <a:lstStyle/>
          <a:p>
            <a:endParaRPr lang="ru-RU">
              <a:solidFill>
                <a:srgbClr val="FFFFFF"/>
              </a:solidFill>
            </a:endParaRP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07FBC-F9F2-8671-5EBB-D6F8FD78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Почему облачные технологии важны? </a:t>
            </a:r>
            <a:endParaRPr lang="en-US" sz="5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8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EDDB2-0C96-E0BF-2F8F-9FF67A19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ru-RU" sz="3400" b="1">
                <a:latin typeface="Times New Roman"/>
                <a:cs typeface="Times New Roman"/>
              </a:rPr>
              <a:t>1.2 Преимущества облачных технологий</a:t>
            </a:r>
            <a:endParaRPr lang="ru-RU" sz="340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Объект 2">
            <a:extLst>
              <a:ext uri="{FF2B5EF4-FFF2-40B4-BE49-F238E27FC236}">
                <a16:creationId xmlns:a16="http://schemas.microsoft.com/office/drawing/2014/main" id="{A317718B-7610-22B4-7327-E74F68EBC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38599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635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A8F24-DFFE-C13B-54F2-5D5A2CCD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ru-RU"/>
              <a:t> </a:t>
            </a:r>
            <a:r>
              <a:rPr lang="ru-RU">
                <a:latin typeface="Calibri"/>
                <a:ea typeface="Calibri"/>
                <a:cs typeface="Calibri"/>
              </a:rPr>
              <a:t>Определение облачных технологий </a:t>
            </a:r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B54F4-5368-AD20-A62C-86C7FE39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b="1">
                <a:ea typeface="+mn-lt"/>
                <a:cs typeface="+mn-lt"/>
              </a:rPr>
              <a:t>Облачные технологии</a:t>
            </a:r>
            <a:r>
              <a:rPr lang="ru-RU">
                <a:ea typeface="+mn-lt"/>
                <a:cs typeface="+mn-lt"/>
              </a:rPr>
              <a:t> — это </a:t>
            </a:r>
            <a:r>
              <a:rPr lang="ru-RU" b="1">
                <a:ea typeface="+mn-lt"/>
                <a:cs typeface="+mn-lt"/>
              </a:rPr>
              <a:t>инновационный метод организации информационных ресурсов, который даёт пользователям в любой точке мира доступ к удалённому оборудованию, сервисам и программам</a:t>
            </a:r>
            <a:endParaRPr lang="ru-R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4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3170E-4E85-C7D9-5B96-7E42ACF9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Преимущества облаков: основные характеристики </a:t>
            </a:r>
            <a:endParaRPr lang="ru-RU" sz="3400">
              <a:solidFill>
                <a:srgbClr val="FFFFFF"/>
              </a:solidFill>
            </a:endParaRPr>
          </a:p>
        </p:txBody>
      </p:sp>
      <p:sp>
        <p:nvSpPr>
          <p:cNvPr id="2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70C65-D879-CF34-2D7B-F91EF5D1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b="1">
                <a:ea typeface="+mn-lt"/>
                <a:cs typeface="+mn-lt"/>
              </a:rPr>
              <a:t>Масштабируемость</a:t>
            </a:r>
            <a:endParaRPr lang="ru-RU"/>
          </a:p>
          <a:p>
            <a:pPr marL="457200" lvl="1" indent="0">
              <a:buNone/>
            </a:pPr>
            <a:endParaRPr lang="ru-RU"/>
          </a:p>
          <a:p>
            <a:r>
              <a:rPr lang="ru-RU" b="1">
                <a:ea typeface="+mn-lt"/>
                <a:cs typeface="+mn-lt"/>
              </a:rPr>
              <a:t>Доступность</a:t>
            </a:r>
            <a:endParaRPr lang="ru-RU"/>
          </a:p>
          <a:p>
            <a:pPr lvl="1"/>
            <a:endParaRPr lang="ru-RU"/>
          </a:p>
          <a:p>
            <a:r>
              <a:rPr lang="ru-RU" b="1">
                <a:ea typeface="+mn-lt"/>
                <a:cs typeface="+mn-lt"/>
              </a:rPr>
              <a:t>Экономия</a:t>
            </a:r>
            <a:endParaRPr lang="ru-RU"/>
          </a:p>
          <a:p>
            <a:pPr lvl="1"/>
            <a:endParaRPr lang="ru-RU"/>
          </a:p>
          <a:p>
            <a:r>
              <a:rPr lang="ru-RU" b="1">
                <a:ea typeface="+mn-lt"/>
                <a:cs typeface="+mn-lt"/>
              </a:rPr>
              <a:t>Устойчивость и надежность</a:t>
            </a:r>
            <a:endParaRPr lang="ru-RU"/>
          </a:p>
          <a:p>
            <a:pPr lvl="1"/>
            <a:endParaRPr lang="ru-RU"/>
          </a:p>
          <a:p>
            <a:r>
              <a:rPr lang="ru-RU" b="1">
                <a:ea typeface="+mn-lt"/>
                <a:cs typeface="+mn-lt"/>
              </a:rPr>
              <a:t>Гибкость и автоматизация</a:t>
            </a:r>
            <a:endParaRPr lang="ru-RU"/>
          </a:p>
          <a:p>
            <a:endParaRPr lang="ru-RU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28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4FBEC-2589-6AD3-AB1F-5CDE817A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ru-RU" sz="3800">
                <a:latin typeface="Calibri"/>
                <a:ea typeface="Calibri"/>
                <a:cs typeface="Calibri"/>
              </a:rPr>
              <a:t>Модели развертывания облачных технологий </a:t>
            </a:r>
            <a:endParaRPr lang="ru-RU" sz="38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0D2DED0F-38D8-DF43-CDBF-341B0B49E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49033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854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E2DC8-6647-F4E1-7E17-A2668A5E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3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Модели предоставления услуг </a:t>
            </a:r>
            <a:endParaRPr lang="ru-RU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BF4285-6D1B-391E-D080-F9C1371D5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b="1">
                <a:latin typeface="Calibri"/>
                <a:ea typeface="Calibri"/>
                <a:cs typeface="Calibri"/>
              </a:rPr>
              <a:t>Введение в модели предоставления услуг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latin typeface="Calibri"/>
                <a:ea typeface="Calibri"/>
                <a:cs typeface="Calibri"/>
              </a:rPr>
              <a:t>Модели предоставления услуг в облачных технологиях описывают, каким образом пользователь получает доступ к ресурсам, программному обеспечению и инфраструктуре. Эти модели делятся на три основные категории</a:t>
            </a:r>
            <a:r>
              <a:rPr lang="en-US">
                <a:latin typeface="Calibri"/>
                <a:ea typeface="Calibri"/>
                <a:cs typeface="Calibri"/>
              </a:rPr>
              <a:t>: IaaS (Infrastructure as a Service), PaaS (Platform as a Service), </a:t>
            </a:r>
            <a:r>
              <a:rPr lang="ru-RU">
                <a:latin typeface="Calibri"/>
                <a:ea typeface="Calibri"/>
                <a:cs typeface="Calibri"/>
              </a:rPr>
              <a:t>и</a:t>
            </a:r>
            <a:r>
              <a:rPr lang="en-US">
                <a:latin typeface="Calibri"/>
                <a:ea typeface="Calibri"/>
                <a:cs typeface="Calibri"/>
              </a:rPr>
              <a:t> SaaS (Software as a Service)</a:t>
            </a:r>
            <a:endParaRPr lang="ru-RU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50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63BC7-A15B-E269-6756-CE4171EB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latin typeface="Calibri"/>
                <a:ea typeface="Calibri"/>
                <a:cs typeface="Calibri"/>
              </a:rPr>
              <a:t>IaaS (Infrastructure as a Service) — </a:t>
            </a:r>
            <a:r>
              <a:rPr lang="ru-RU" sz="3100" b="1">
                <a:latin typeface="Calibri"/>
                <a:ea typeface="Calibri"/>
                <a:cs typeface="Calibri"/>
              </a:rPr>
              <a:t>Инфраструктура как услуга </a:t>
            </a:r>
            <a:endParaRPr lang="ru-RU" sz="3100"/>
          </a:p>
        </p:txBody>
      </p:sp>
      <p:graphicFrame>
        <p:nvGraphicFramePr>
          <p:cNvPr id="36" name="Объект 2">
            <a:extLst>
              <a:ext uri="{FF2B5EF4-FFF2-40B4-BE49-F238E27FC236}">
                <a16:creationId xmlns:a16="http://schemas.microsoft.com/office/drawing/2014/main" id="{ED49CAB8-DF4E-BA25-54DA-00DA43A1511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14279008"/>
              </p:ext>
            </p:extLst>
          </p:nvPr>
        </p:nvGraphicFramePr>
        <p:xfrm>
          <a:off x="6264007" y="1687914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>
            <a:extLst>
              <a:ext uri="{FF2B5EF4-FFF2-40B4-BE49-F238E27FC236}">
                <a16:creationId xmlns:a16="http://schemas.microsoft.com/office/drawing/2014/main" id="{3D1F3F07-F093-5AB5-899D-18D930EEE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586" y="1715456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400" err="1">
                <a:latin typeface="Calibri"/>
                <a:ea typeface="Calibri"/>
                <a:cs typeface="Calibri"/>
              </a:rPr>
              <a:t>IaaS</a:t>
            </a:r>
            <a:r>
              <a:rPr lang="ru-RU" sz="1400">
                <a:latin typeface="Calibri"/>
                <a:ea typeface="Calibri"/>
                <a:cs typeface="Calibri"/>
              </a:rPr>
              <a:t> — это модель предоставления облачных услуг, при которой пользователю предоставляется </a:t>
            </a:r>
            <a:r>
              <a:rPr lang="ru-RU" sz="1400" err="1">
                <a:latin typeface="Calibri"/>
                <a:ea typeface="Calibri"/>
                <a:cs typeface="Calibri"/>
              </a:rPr>
              <a:t>виртуализированная</a:t>
            </a:r>
            <a:r>
              <a:rPr lang="ru-RU" sz="1400">
                <a:latin typeface="Calibri"/>
                <a:ea typeface="Calibri"/>
                <a:cs typeface="Calibri"/>
              </a:rPr>
              <a:t> инфраструктура: серверы, сети, хранилища данных и операционные системы. Пользователь управляет всеми этими ресурсами самостоятельно, как если бы они находились на его физическом оборудовании.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ru-RU" sz="1400" err="1">
                <a:latin typeface="Calibri"/>
                <a:ea typeface="Calibri"/>
                <a:cs typeface="Calibri"/>
              </a:rPr>
              <a:t>IaaS</a:t>
            </a:r>
            <a:r>
              <a:rPr lang="ru-RU" sz="1400">
                <a:latin typeface="Calibri"/>
                <a:ea typeface="Calibri"/>
                <a:cs typeface="Calibri"/>
              </a:rPr>
              <a:t> предоставляет максимальную гибкость и контроль над инфраструктурой. Пользователь может развернуть любое программное обеспечение, настроить сеть, выбрать операционную систему и управлять сервером, как на локальном уровне</a:t>
            </a: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1441869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5E548-F656-3F26-E7C7-DC4B899A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PaaS (Platform as a Service) — </a:t>
            </a:r>
            <a:r>
              <a:rPr lang="ru-RU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Платформа как услуга </a:t>
            </a:r>
            <a:endParaRPr lang="ru-RU" sz="40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082DA-7CA6-C7C7-4CB1-7C849DBB3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300">
                <a:latin typeface="Calibri"/>
                <a:ea typeface="Calibri"/>
                <a:cs typeface="Calibri"/>
              </a:rPr>
              <a:t>PaaS — это модель предоставления облачных услуг, при которой пользователю предоставляется платформа для разработки, тестирования и развертывания приложений. Инфраструктура и программное обеспечение, необходимые для работы платформы, полностью управляются провайдером</a:t>
            </a:r>
          </a:p>
          <a:p>
            <a:r>
              <a:rPr lang="ru-RU" sz="1300" b="1">
                <a:latin typeface="Calibri"/>
                <a:ea typeface="Calibri"/>
                <a:cs typeface="Calibri"/>
              </a:rPr>
              <a:t>Особенности:</a:t>
            </a:r>
            <a:endParaRPr lang="ru-RU" sz="13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300">
                <a:ea typeface="+mn-lt"/>
                <a:cs typeface="+mn-lt"/>
              </a:rPr>
              <a:t>PaaS освобождает разработчиков от необходимости управлять инфраструктурой, фокусируя их внимание на создании и оптимизации приложений.</a:t>
            </a:r>
            <a:r>
              <a:rPr lang="ru-RU" sz="1300">
                <a:latin typeface="Aptos" panose="020B0004020202020204"/>
                <a:ea typeface="Calibri"/>
                <a:cs typeface="Calibri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300">
                <a:latin typeface="Calibri"/>
                <a:ea typeface="Calibri"/>
                <a:cs typeface="Calibri"/>
              </a:rPr>
              <a:t>Включает инструменты для написания кода, базы данных, средства автоматизации и интеграции, а также системы контроля версий.</a:t>
            </a:r>
            <a:endParaRPr lang="ru-RU" sz="13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D5AC5A-B65F-289E-3082-4AEEF131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400" b="1">
                <a:latin typeface="Calibri"/>
                <a:ea typeface="Calibri"/>
                <a:cs typeface="Calibri"/>
              </a:rPr>
              <a:t>Разработка приложений:</a:t>
            </a:r>
            <a:r>
              <a:rPr lang="ru-RU" sz="1400">
                <a:ea typeface="+mn-lt"/>
                <a:cs typeface="+mn-lt"/>
              </a:rPr>
              <a:t> </a:t>
            </a:r>
            <a:endParaRPr lang="ru-RU" sz="1400"/>
          </a:p>
          <a:p>
            <a:pPr marL="457200" lvl="1" indent="0">
              <a:buNone/>
            </a:pPr>
            <a:r>
              <a:rPr lang="ru-RU" sz="1400">
                <a:ea typeface="+mn-lt"/>
                <a:cs typeface="+mn-lt"/>
              </a:rPr>
              <a:t>Программисты используют PaaS для быстрого создания веб- и мобильных приложений с минимальными затратами на настройку инфраструктуры.</a:t>
            </a:r>
            <a:endParaRPr lang="ru-RU" sz="1400"/>
          </a:p>
          <a:p>
            <a:r>
              <a:rPr lang="ru-RU" sz="1400" b="1">
                <a:latin typeface="Calibri"/>
                <a:ea typeface="Calibri"/>
                <a:cs typeface="Calibri"/>
              </a:rPr>
              <a:t>Автоматизация процессов:</a:t>
            </a:r>
            <a:r>
              <a:rPr lang="ru-RU" sz="1400">
                <a:ea typeface="+mn-lt"/>
                <a:cs typeface="+mn-lt"/>
              </a:rPr>
              <a:t> </a:t>
            </a:r>
            <a:endParaRPr lang="ru-RU" sz="1400"/>
          </a:p>
          <a:p>
            <a:pPr marL="457200" lvl="1" indent="0">
              <a:buNone/>
            </a:pPr>
            <a:r>
              <a:rPr lang="ru-RU" sz="1400">
                <a:ea typeface="+mn-lt"/>
                <a:cs typeface="+mn-lt"/>
              </a:rPr>
              <a:t>PaaS часто используется для настройки CI/CD (непрерывной интеграции и доставки), что ускоряет выпуск новых версий ПО.</a:t>
            </a:r>
            <a:endParaRPr lang="ru-RU" sz="1400"/>
          </a:p>
          <a:p>
            <a:r>
              <a:rPr lang="ru-RU" sz="1400" b="1">
                <a:latin typeface="Calibri"/>
                <a:ea typeface="Calibri"/>
                <a:cs typeface="Calibri"/>
              </a:rPr>
              <a:t>Микросервисы и API:</a:t>
            </a:r>
            <a:r>
              <a:rPr lang="ru-RU" sz="1400">
                <a:ea typeface="+mn-lt"/>
                <a:cs typeface="+mn-lt"/>
              </a:rPr>
              <a:t> </a:t>
            </a:r>
            <a:endParaRPr lang="ru-RU" sz="1400"/>
          </a:p>
          <a:p>
            <a:pPr marL="457200" lvl="1" indent="0">
              <a:buNone/>
            </a:pPr>
            <a:r>
              <a:rPr lang="ru-RU" sz="1400">
                <a:ea typeface="+mn-lt"/>
                <a:cs typeface="+mn-lt"/>
              </a:rPr>
              <a:t>Архитектуры, основанные на микросервисах, легко развертывать с помощью PaaS, поскольку она предоставляет стандартизированные среды для запуска приложений.</a:t>
            </a:r>
            <a:endParaRPr lang="ru-RU" sz="1400"/>
          </a:p>
          <a:p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95766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74F28-FACE-740D-B9E5-E9E4A838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28387" cy="5763963"/>
          </a:xfrm>
        </p:spPr>
        <p:txBody>
          <a:bodyPr>
            <a:normAutofit/>
          </a:bodyPr>
          <a:lstStyle/>
          <a:p>
            <a:r>
              <a:rPr lang="ru-RU" sz="5200" b="1">
                <a:latin typeface="Calibri"/>
                <a:ea typeface="Calibri"/>
                <a:cs typeface="Calibri"/>
              </a:rPr>
              <a:t>SaaS (Software as a Service) — Программное обеспечение как услуга </a:t>
            </a:r>
            <a:endParaRPr lang="ru-RU" sz="5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64A90-E2CD-84AF-A45F-9362066B1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1252" y="365125"/>
            <a:ext cx="5181600" cy="28062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300">
                <a:latin typeface="Calibri"/>
                <a:ea typeface="Calibri"/>
                <a:cs typeface="Calibri"/>
              </a:rPr>
              <a:t>SaaS — это модель, при которой пользователи получают доступ к готовому программному обеспечению через интернет, без необходимости его установки, настройки или обслуживания. Всё управление инфраструктурой, платформой и самим приложением осуществляется провайдером</a:t>
            </a:r>
          </a:p>
          <a:p>
            <a:endParaRPr lang="ru-RU" sz="1300">
              <a:latin typeface="Calibri"/>
              <a:ea typeface="Calibri"/>
              <a:cs typeface="Calibri"/>
            </a:endParaRPr>
          </a:p>
          <a:p>
            <a:r>
              <a:rPr lang="ru-RU" sz="1300" b="1">
                <a:ea typeface="+mn-lt"/>
                <a:cs typeface="+mn-lt"/>
              </a:rPr>
              <a:t>Особенности:</a:t>
            </a:r>
            <a:endParaRPr lang="ru-RU" sz="1300">
              <a:latin typeface="Calibri"/>
              <a:ea typeface="Calibri"/>
              <a:cs typeface="Calibri"/>
            </a:endParaRPr>
          </a:p>
          <a:p>
            <a:r>
              <a:rPr lang="ru-RU" sz="1300">
                <a:ea typeface="+mn-lt"/>
                <a:cs typeface="+mn-lt"/>
              </a:rPr>
              <a:t>SaaS предоставляет конечному пользователю полный функционал программного обеспечения с минимальной ответственностью за его работу.</a:t>
            </a:r>
            <a:endParaRPr lang="ru-RU" sz="1300"/>
          </a:p>
          <a:p>
            <a:r>
              <a:rPr lang="ru-RU" sz="1300">
                <a:ea typeface="+mn-lt"/>
                <a:cs typeface="+mn-lt"/>
              </a:rPr>
              <a:t>Обновления, резервное копирование и безопасность полностью находятся в руках провайдера.</a:t>
            </a:r>
            <a:endParaRPr lang="ru-RU" sz="1300"/>
          </a:p>
          <a:p>
            <a:endParaRPr lang="ru-RU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C5E7B3-E463-9080-97A6-25A957C1E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252" y="3322791"/>
            <a:ext cx="5181600" cy="28062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600" b="1">
                <a:latin typeface="Calibri"/>
                <a:ea typeface="Calibri"/>
                <a:cs typeface="Calibri"/>
              </a:rPr>
              <a:t>Облачные офисные приложения:</a:t>
            </a:r>
            <a:r>
              <a:rPr lang="ru-RU" sz="1600">
                <a:ea typeface="+mn-lt"/>
                <a:cs typeface="+mn-lt"/>
              </a:rPr>
              <a:t> </a:t>
            </a:r>
            <a:endParaRPr lang="ru-RU" sz="1600"/>
          </a:p>
          <a:p>
            <a:pPr lvl="1"/>
            <a:r>
              <a:rPr lang="en-US" sz="1600">
                <a:ea typeface="+mn-lt"/>
                <a:cs typeface="+mn-lt"/>
              </a:rPr>
              <a:t>Google Workspace (Docs, Sheets, Slides), Microsoft 365.</a:t>
            </a:r>
            <a:endParaRPr lang="ru-RU" sz="1600"/>
          </a:p>
          <a:p>
            <a:r>
              <a:rPr lang="ru-RU" sz="1600" b="1">
                <a:latin typeface="Calibri"/>
                <a:ea typeface="Calibri"/>
                <a:cs typeface="Calibri"/>
              </a:rPr>
              <a:t>Системы управления бизнесом:</a:t>
            </a:r>
            <a:r>
              <a:rPr lang="ru-RU" sz="1600">
                <a:ea typeface="+mn-lt"/>
                <a:cs typeface="+mn-lt"/>
              </a:rPr>
              <a:t> </a:t>
            </a:r>
            <a:endParaRPr lang="ru-RU" sz="1600"/>
          </a:p>
          <a:p>
            <a:pPr lvl="1"/>
            <a:r>
              <a:rPr lang="ru-RU" sz="1600">
                <a:ea typeface="+mn-lt"/>
                <a:cs typeface="+mn-lt"/>
              </a:rPr>
              <a:t>CRM-системы, такие как Salesforce или HubSpot, помогают управлять взаимодействием с клиентами.</a:t>
            </a:r>
            <a:endParaRPr lang="ru-RU" sz="1600"/>
          </a:p>
          <a:p>
            <a:r>
              <a:rPr lang="ru-RU" sz="1600" b="1">
                <a:latin typeface="Calibri"/>
                <a:ea typeface="Calibri"/>
                <a:cs typeface="Calibri"/>
              </a:rPr>
              <a:t>Услуги для хранения данных:</a:t>
            </a:r>
            <a:r>
              <a:rPr lang="ru-RU" sz="1600">
                <a:ea typeface="+mn-lt"/>
                <a:cs typeface="+mn-lt"/>
              </a:rPr>
              <a:t> </a:t>
            </a:r>
            <a:endParaRPr lang="ru-RU" sz="1600"/>
          </a:p>
          <a:p>
            <a:pPr lvl="1"/>
            <a:r>
              <a:rPr lang="ru-RU" sz="1600">
                <a:ea typeface="+mn-lt"/>
                <a:cs typeface="+mn-lt"/>
              </a:rPr>
              <a:t>Dropbox и Google Drive предоставляют удобный интерфейс для работы с файлами.</a:t>
            </a:r>
            <a:endParaRPr lang="ru-RU" sz="1600"/>
          </a:p>
          <a:p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228398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B9B30-16D4-BE75-4257-41FDED15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ru-RU"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Заключение и сравнение моделей </a:t>
            </a:r>
            <a:endParaRPr lang="ru-RU" sz="50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38C17-968C-5720-58AB-61D2C5842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200">
                <a:ea typeface="+mn-lt"/>
                <a:cs typeface="+mn-lt"/>
              </a:rPr>
              <a:t>IaaS, PaaS и SaaS — это три уровня облачных услуг, каждый из которых подходит для разных целей:</a:t>
            </a:r>
            <a:endParaRPr lang="ru-RU" sz="2200"/>
          </a:p>
          <a:p>
            <a:pPr lvl="1"/>
            <a:r>
              <a:rPr lang="ru-RU" sz="2200" b="1">
                <a:latin typeface="Calibri"/>
                <a:ea typeface="Calibri"/>
                <a:cs typeface="Calibri"/>
              </a:rPr>
              <a:t>IaaS</a:t>
            </a:r>
            <a:r>
              <a:rPr lang="ru-RU" sz="2200">
                <a:ea typeface="+mn-lt"/>
                <a:cs typeface="+mn-lt"/>
              </a:rPr>
              <a:t> — максимальная гибкость для инженеров и IT-отделов, которые хотят полный контроль.</a:t>
            </a:r>
            <a:endParaRPr lang="ru-RU" sz="2200"/>
          </a:p>
          <a:p>
            <a:pPr lvl="1"/>
            <a:r>
              <a:rPr lang="ru-RU" sz="2200" b="1">
                <a:latin typeface="Calibri"/>
                <a:ea typeface="Calibri"/>
                <a:cs typeface="Calibri"/>
              </a:rPr>
              <a:t>PaaS</a:t>
            </a:r>
            <a:r>
              <a:rPr lang="ru-RU" sz="2200">
                <a:ea typeface="+mn-lt"/>
                <a:cs typeface="+mn-lt"/>
              </a:rPr>
              <a:t> — оптимален для разработчиков, которые хотят сосредоточиться на создании приложений.</a:t>
            </a:r>
            <a:endParaRPr lang="ru-RU" sz="2200"/>
          </a:p>
          <a:p>
            <a:pPr lvl="1"/>
            <a:r>
              <a:rPr lang="ru-RU" sz="2200" b="1">
                <a:latin typeface="Calibri"/>
                <a:ea typeface="Calibri"/>
                <a:cs typeface="Calibri"/>
              </a:rPr>
              <a:t>SaaS</a:t>
            </a:r>
            <a:r>
              <a:rPr lang="ru-RU" sz="2200">
                <a:ea typeface="+mn-lt"/>
                <a:cs typeface="+mn-lt"/>
              </a:rPr>
              <a:t> — лучший выбор для конечных пользователей, которым нужно готовое решение.</a:t>
            </a:r>
            <a:endParaRPr lang="ru-RU" sz="2200"/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44137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21589-0843-D9D5-8566-A5145FDE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5400"/>
              <a:t>Вопросы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D4672-3A4A-C09B-EF83-433E7F71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200">
                <a:ea typeface="+mn-lt"/>
                <a:cs typeface="+mn-lt"/>
              </a:rPr>
              <a:t>Какая из моделей предоставления услуг вам показалась наиболее интересной? Почему?</a:t>
            </a:r>
            <a:endParaRPr lang="ru-RU" sz="2200"/>
          </a:p>
          <a:p>
            <a:r>
              <a:rPr lang="ru-RU" sz="2200">
                <a:ea typeface="+mn-lt"/>
                <a:cs typeface="+mn-lt"/>
              </a:rPr>
              <a:t>Использовали ли вы облачные технологии ранее? Какие из них, и какие были впечатления?</a:t>
            </a:r>
            <a:endParaRPr lang="ru-RU" sz="2200"/>
          </a:p>
          <a:p>
            <a:r>
              <a:rPr lang="ru-RU" sz="2200">
                <a:ea typeface="+mn-lt"/>
                <a:cs typeface="+mn-lt"/>
              </a:rPr>
              <a:t>Как вы думаете, может ли облако полностью заменить традиционные серверы в будущем?</a:t>
            </a:r>
            <a:endParaRPr lang="ru-RU" sz="2200"/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2670052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Тема Office</vt:lpstr>
      <vt:lpstr>Основы облачных технологий и их применение</vt:lpstr>
      <vt:lpstr> Почему облачные технологии важны? </vt:lpstr>
      <vt:lpstr>1.2 Преимущества облачных технологий</vt:lpstr>
      <vt:lpstr> Определение облачных технологий </vt:lpstr>
      <vt:lpstr> Преимущества облаков: основные характеристики </vt:lpstr>
      <vt:lpstr>Модели развертывания облачных технологий </vt:lpstr>
      <vt:lpstr>Модели предоставления услуг </vt:lpstr>
      <vt:lpstr>IaaS (Infrastructure as a Service) — Инфраструктура как услуга </vt:lpstr>
      <vt:lpstr>PaaS (Platform as a Service) — Платформа как услуга </vt:lpstr>
      <vt:lpstr>SaaS (Software as a Service) — Программное обеспечение как услуга </vt:lpstr>
      <vt:lpstr>Заключение и сравнение моделей </vt:lpstr>
      <vt:lpstr>Вопросы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2024-12-07T10:43:41Z</dcterms:created>
  <dcterms:modified xsi:type="dcterms:W3CDTF">2024-12-07T11:37:57Z</dcterms:modified>
</cp:coreProperties>
</file>
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C5D5C-8705-742E-F887-0AE85E412B9F}" v="254" dt="2024-12-07T12:23:41.660"/>
    <p1510:client id="{D5BC8804-4F03-BA6D-6263-9247BD0A332E}" v="273" dt="2024-12-07T13:54:43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im Nikitaev" userId="ac4409ddac901ccf" providerId="Windows Live" clId="Web-{D5BC8804-4F03-BA6D-6263-9247BD0A332E}"/>
    <pc:docChg chg="addSld modSld">
      <pc:chgData name="Vadim Nikitaev" userId="ac4409ddac901ccf" providerId="Windows Live" clId="Web-{D5BC8804-4F03-BA6D-6263-9247BD0A332E}" dt="2024-12-07T13:54:43.984" v="298"/>
      <pc:docMkLst>
        <pc:docMk/>
      </pc:docMkLst>
      <pc:sldChg chg="addSp delSp modSp mod setBg">
        <pc:chgData name="Vadim Nikitaev" userId="ac4409ddac901ccf" providerId="Windows Live" clId="Web-{D5BC8804-4F03-BA6D-6263-9247BD0A332E}" dt="2024-12-07T13:39:32.077" v="47" actId="20577"/>
        <pc:sldMkLst>
          <pc:docMk/>
          <pc:sldMk cId="4265605182" sldId="265"/>
        </pc:sldMkLst>
        <pc:spChg chg="mod">
          <ac:chgData name="Vadim Nikitaev" userId="ac4409ddac901ccf" providerId="Windows Live" clId="Web-{D5BC8804-4F03-BA6D-6263-9247BD0A332E}" dt="2024-12-07T13:38:21.106" v="30"/>
          <ac:spMkLst>
            <pc:docMk/>
            <pc:sldMk cId="4265605182" sldId="265"/>
            <ac:spMk id="2" creationId="{6765C908-5F0A-E752-8014-DDD21F90694B}"/>
          </ac:spMkLst>
        </pc:spChg>
        <pc:spChg chg="mod">
          <ac:chgData name="Vadim Nikitaev" userId="ac4409ddac901ccf" providerId="Windows Live" clId="Web-{D5BC8804-4F03-BA6D-6263-9247BD0A332E}" dt="2024-12-07T13:39:32.077" v="47" actId="20577"/>
          <ac:spMkLst>
            <pc:docMk/>
            <pc:sldMk cId="4265605182" sldId="265"/>
            <ac:spMk id="3" creationId="{B51441F7-EA38-F293-77BC-01F65B208344}"/>
          </ac:spMkLst>
        </pc:spChg>
        <pc:spChg chg="add del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8" creationId="{907EF6B7-1338-4443-8C46-6A318D952DFD}"/>
          </ac:spMkLst>
        </pc:spChg>
        <pc:spChg chg="add del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10" creationId="{DAAE4CDD-124C-4DCF-9584-B6033B545DD5}"/>
          </ac:spMkLst>
        </pc:spChg>
        <pc:spChg chg="add del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12" creationId="{081E4A58-353D-44AE-B2FC-2A74E2E400F7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19" creationId="{35B16301-FB18-48BA-A6DD-C37CAF6F9A18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21" creationId="{C3C0D90E-074A-4F52-9B11-B52BEF4BCBE5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23" creationId="{CABBD4C1-E6F8-46F6-8152-A8A97490BF4D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25" creationId="{83BA5EF5-1FE9-4BF9-83BB-269BCDDF6156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29" creationId="{88853921-7BC9-4BDE-ACAB-133C683C82D6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31" creationId="{09192968-3AE7-4470-A61C-97294BB92731}"/>
          </ac:spMkLst>
        </pc:spChg>
        <pc:spChg chg="add">
          <ac:chgData name="Vadim Nikitaev" userId="ac4409ddac901ccf" providerId="Windows Live" clId="Web-{D5BC8804-4F03-BA6D-6263-9247BD0A332E}" dt="2024-12-07T13:38:58.436" v="40"/>
          <ac:spMkLst>
            <pc:docMk/>
            <pc:sldMk cId="4265605182" sldId="265"/>
            <ac:spMk id="33" creationId="{3AB72E55-43E4-4356-BFE8-E2102CB0B505}"/>
          </ac:spMkLst>
        </pc:spChg>
      </pc:sldChg>
      <pc:sldChg chg="addSp modSp new mod setBg">
        <pc:chgData name="Vadim Nikitaev" userId="ac4409ddac901ccf" providerId="Windows Live" clId="Web-{D5BC8804-4F03-BA6D-6263-9247BD0A332E}" dt="2024-12-07T13:40:08.266" v="59"/>
        <pc:sldMkLst>
          <pc:docMk/>
          <pc:sldMk cId="2571529045" sldId="266"/>
        </pc:sldMkLst>
        <pc:spChg chg="mod">
          <ac:chgData name="Vadim Nikitaev" userId="ac4409ddac901ccf" providerId="Windows Live" clId="Web-{D5BC8804-4F03-BA6D-6263-9247BD0A332E}" dt="2024-12-07T13:40:08.266" v="59"/>
          <ac:spMkLst>
            <pc:docMk/>
            <pc:sldMk cId="2571529045" sldId="266"/>
            <ac:spMk id="2" creationId="{0841BE7E-9551-B0FB-27B5-DEF68EFE3D45}"/>
          </ac:spMkLst>
        </pc:spChg>
        <pc:spChg chg="mod">
          <ac:chgData name="Vadim Nikitaev" userId="ac4409ddac901ccf" providerId="Windows Live" clId="Web-{D5BC8804-4F03-BA6D-6263-9247BD0A332E}" dt="2024-12-07T13:40:08.266" v="59"/>
          <ac:spMkLst>
            <pc:docMk/>
            <pc:sldMk cId="2571529045" sldId="266"/>
            <ac:spMk id="3" creationId="{CBF1B4AA-0A79-34B1-BBF0-70B4D56EE458}"/>
          </ac:spMkLst>
        </pc:spChg>
        <pc:spChg chg="add">
          <ac:chgData name="Vadim Nikitaev" userId="ac4409ddac901ccf" providerId="Windows Live" clId="Web-{D5BC8804-4F03-BA6D-6263-9247BD0A332E}" dt="2024-12-07T13:40:08.266" v="59"/>
          <ac:spMkLst>
            <pc:docMk/>
            <pc:sldMk cId="2571529045" sldId="266"/>
            <ac:spMk id="8" creationId="{1BB867FF-FC45-48F7-8104-F89BE54909F1}"/>
          </ac:spMkLst>
        </pc:spChg>
        <pc:spChg chg="add">
          <ac:chgData name="Vadim Nikitaev" userId="ac4409ddac901ccf" providerId="Windows Live" clId="Web-{D5BC8804-4F03-BA6D-6263-9247BD0A332E}" dt="2024-12-07T13:40:08.266" v="59"/>
          <ac:spMkLst>
            <pc:docMk/>
            <pc:sldMk cId="2571529045" sldId="266"/>
            <ac:spMk id="10" creationId="{8BB56887-D0D5-4F0C-9E19-7247EB83C8B7}"/>
          </ac:spMkLst>
        </pc:spChg>
        <pc:spChg chg="add">
          <ac:chgData name="Vadim Nikitaev" userId="ac4409ddac901ccf" providerId="Windows Live" clId="Web-{D5BC8804-4F03-BA6D-6263-9247BD0A332E}" dt="2024-12-07T13:40:08.266" v="59"/>
          <ac:spMkLst>
            <pc:docMk/>
            <pc:sldMk cId="2571529045" sldId="266"/>
            <ac:spMk id="12" creationId="{081E4A58-353D-44AE-B2FC-2A74E2E400F7}"/>
          </ac:spMkLst>
        </pc:spChg>
      </pc:sldChg>
      <pc:sldChg chg="addSp modSp new mod setBg">
        <pc:chgData name="Vadim Nikitaev" userId="ac4409ddac901ccf" providerId="Windows Live" clId="Web-{D5BC8804-4F03-BA6D-6263-9247BD0A332E}" dt="2024-12-07T13:42:13.864" v="83" actId="20577"/>
        <pc:sldMkLst>
          <pc:docMk/>
          <pc:sldMk cId="1664031474" sldId="267"/>
        </pc:sldMkLst>
        <pc:spChg chg="mod">
          <ac:chgData name="Vadim Nikitaev" userId="ac4409ddac901ccf" providerId="Windows Live" clId="Web-{D5BC8804-4F03-BA6D-6263-9247BD0A332E}" dt="2024-12-07T13:41:54.348" v="79"/>
          <ac:spMkLst>
            <pc:docMk/>
            <pc:sldMk cId="1664031474" sldId="267"/>
            <ac:spMk id="2" creationId="{A8323CB7-B66D-8FD0-21A1-4871D386EC28}"/>
          </ac:spMkLst>
        </pc:spChg>
        <pc:spChg chg="mod">
          <ac:chgData name="Vadim Nikitaev" userId="ac4409ddac901ccf" providerId="Windows Live" clId="Web-{D5BC8804-4F03-BA6D-6263-9247BD0A332E}" dt="2024-12-07T13:42:13.864" v="83" actId="20577"/>
          <ac:spMkLst>
            <pc:docMk/>
            <pc:sldMk cId="1664031474" sldId="267"/>
            <ac:spMk id="3" creationId="{F80621E6-F936-8166-AD21-F00DA21369C2}"/>
          </ac:spMkLst>
        </pc:spChg>
        <pc:spChg chg="add">
          <ac:chgData name="Vadim Nikitaev" userId="ac4409ddac901ccf" providerId="Windows Live" clId="Web-{D5BC8804-4F03-BA6D-6263-9247BD0A332E}" dt="2024-12-07T13:41:54.348" v="79"/>
          <ac:spMkLst>
            <pc:docMk/>
            <pc:sldMk cId="1664031474" sldId="267"/>
            <ac:spMk id="8" creationId="{100EDD19-6802-4EC3-95CE-CFFAB042CFD6}"/>
          </ac:spMkLst>
        </pc:spChg>
        <pc:spChg chg="add">
          <ac:chgData name="Vadim Nikitaev" userId="ac4409ddac901ccf" providerId="Windows Live" clId="Web-{D5BC8804-4F03-BA6D-6263-9247BD0A332E}" dt="2024-12-07T13:41:54.348" v="79"/>
          <ac:spMkLst>
            <pc:docMk/>
            <pc:sldMk cId="1664031474" sldId="267"/>
            <ac:spMk id="10" creationId="{DB17E863-922E-4C26-BD64-E8FD41D28661}"/>
          </ac:spMkLst>
        </pc:spChg>
      </pc:sldChg>
      <pc:sldChg chg="addSp modSp new mod setBg">
        <pc:chgData name="Vadim Nikitaev" userId="ac4409ddac901ccf" providerId="Windows Live" clId="Web-{D5BC8804-4F03-BA6D-6263-9247BD0A332E}" dt="2024-12-07T13:43:33.211" v="100" actId="20577"/>
        <pc:sldMkLst>
          <pc:docMk/>
          <pc:sldMk cId="4013751125" sldId="268"/>
        </pc:sldMkLst>
        <pc:spChg chg="mo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2" creationId="{F62F7D18-7A37-A971-5F22-9E7352448F2F}"/>
          </ac:spMkLst>
        </pc:spChg>
        <pc:spChg chg="mod">
          <ac:chgData name="Vadim Nikitaev" userId="ac4409ddac901ccf" providerId="Windows Live" clId="Web-{D5BC8804-4F03-BA6D-6263-9247BD0A332E}" dt="2024-12-07T13:43:33.211" v="100" actId="20577"/>
          <ac:spMkLst>
            <pc:docMk/>
            <pc:sldMk cId="4013751125" sldId="268"/>
            <ac:spMk id="3" creationId="{0CACE938-E3EB-1949-EF0E-5D3B8BCA6EEF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8" creationId="{1709F1D5-B0F1-4714-A239-E5B61C161915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10" creationId="{228FB460-D3FF-4440-A020-05982A09E517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12" creationId="{14847E93-7DC1-4D4B-8829-B19AA7137C50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14" creationId="{5566D6E1-03A1-4D73-A4E0-35D74D568A04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16" creationId="{9F835A99-04AC-494A-A572-AFE8413CC938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18" creationId="{7B786209-1B0B-4CA9-9BDD-F7327066A84D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20" creationId="{2D2964BB-484D-45AE-AD66-D407D0629652}"/>
          </ac:spMkLst>
        </pc:spChg>
        <pc:spChg chg="add">
          <ac:chgData name="Vadim Nikitaev" userId="ac4409ddac901ccf" providerId="Windows Live" clId="Web-{D5BC8804-4F03-BA6D-6263-9247BD0A332E}" dt="2024-12-07T13:43:21.429" v="96"/>
          <ac:spMkLst>
            <pc:docMk/>
            <pc:sldMk cId="4013751125" sldId="268"/>
            <ac:spMk id="22" creationId="{6691AC69-A76E-4DAB-B565-468B6B87ACF3}"/>
          </ac:spMkLst>
        </pc:spChg>
      </pc:sldChg>
      <pc:sldChg chg="addSp delSp modSp new mod setBg">
        <pc:chgData name="Vadim Nikitaev" userId="ac4409ddac901ccf" providerId="Windows Live" clId="Web-{D5BC8804-4F03-BA6D-6263-9247BD0A332E}" dt="2024-12-07T13:44:26.525" v="108" actId="20577"/>
        <pc:sldMkLst>
          <pc:docMk/>
          <pc:sldMk cId="4011975752" sldId="269"/>
        </pc:sldMkLst>
        <pc:spChg chg="mod">
          <ac:chgData name="Vadim Nikitaev" userId="ac4409ddac901ccf" providerId="Windows Live" clId="Web-{D5BC8804-4F03-BA6D-6263-9247BD0A332E}" dt="2024-12-07T13:44:22.963" v="107"/>
          <ac:spMkLst>
            <pc:docMk/>
            <pc:sldMk cId="4011975752" sldId="269"/>
            <ac:spMk id="2" creationId="{685FB87E-C160-EA5D-BD60-B9A8863259EE}"/>
          </ac:spMkLst>
        </pc:spChg>
        <pc:spChg chg="mod">
          <ac:chgData name="Vadim Nikitaev" userId="ac4409ddac901ccf" providerId="Windows Live" clId="Web-{D5BC8804-4F03-BA6D-6263-9247BD0A332E}" dt="2024-12-07T13:44:26.525" v="108" actId="20577"/>
          <ac:spMkLst>
            <pc:docMk/>
            <pc:sldMk cId="4011975752" sldId="269"/>
            <ac:spMk id="3" creationId="{E3611CCE-C492-6661-3905-8C3F54486297}"/>
          </ac:spMkLst>
        </pc:spChg>
        <pc:spChg chg="add del">
          <ac:chgData name="Vadim Nikitaev" userId="ac4409ddac901ccf" providerId="Windows Live" clId="Web-{D5BC8804-4F03-BA6D-6263-9247BD0A332E}" dt="2024-12-07T13:44:22.947" v="106"/>
          <ac:spMkLst>
            <pc:docMk/>
            <pc:sldMk cId="4011975752" sldId="269"/>
            <ac:spMk id="8" creationId="{907EF6B7-1338-4443-8C46-6A318D952DFD}"/>
          </ac:spMkLst>
        </pc:spChg>
        <pc:spChg chg="add del">
          <ac:chgData name="Vadim Nikitaev" userId="ac4409ddac901ccf" providerId="Windows Live" clId="Web-{D5BC8804-4F03-BA6D-6263-9247BD0A332E}" dt="2024-12-07T13:44:22.947" v="106"/>
          <ac:spMkLst>
            <pc:docMk/>
            <pc:sldMk cId="4011975752" sldId="269"/>
            <ac:spMk id="10" creationId="{DAAE4CDD-124C-4DCF-9584-B6033B545DD5}"/>
          </ac:spMkLst>
        </pc:spChg>
        <pc:spChg chg="add del">
          <ac:chgData name="Vadim Nikitaev" userId="ac4409ddac901ccf" providerId="Windows Live" clId="Web-{D5BC8804-4F03-BA6D-6263-9247BD0A332E}" dt="2024-12-07T13:44:22.947" v="106"/>
          <ac:spMkLst>
            <pc:docMk/>
            <pc:sldMk cId="4011975752" sldId="269"/>
            <ac:spMk id="12" creationId="{081E4A58-353D-44AE-B2FC-2A74E2E400F7}"/>
          </ac:spMkLst>
        </pc:spChg>
        <pc:spChg chg="add">
          <ac:chgData name="Vadim Nikitaev" userId="ac4409ddac901ccf" providerId="Windows Live" clId="Web-{D5BC8804-4F03-BA6D-6263-9247BD0A332E}" dt="2024-12-07T13:44:22.963" v="107"/>
          <ac:spMkLst>
            <pc:docMk/>
            <pc:sldMk cId="4011975752" sldId="269"/>
            <ac:spMk id="14" creationId="{1BB867FF-FC45-48F7-8104-F89BE54909F1}"/>
          </ac:spMkLst>
        </pc:spChg>
        <pc:spChg chg="add">
          <ac:chgData name="Vadim Nikitaev" userId="ac4409ddac901ccf" providerId="Windows Live" clId="Web-{D5BC8804-4F03-BA6D-6263-9247BD0A332E}" dt="2024-12-07T13:44:22.963" v="107"/>
          <ac:spMkLst>
            <pc:docMk/>
            <pc:sldMk cId="4011975752" sldId="269"/>
            <ac:spMk id="15" creationId="{8BB56887-D0D5-4F0C-9E19-7247EB83C8B7}"/>
          </ac:spMkLst>
        </pc:spChg>
        <pc:spChg chg="add">
          <ac:chgData name="Vadim Nikitaev" userId="ac4409ddac901ccf" providerId="Windows Live" clId="Web-{D5BC8804-4F03-BA6D-6263-9247BD0A332E}" dt="2024-12-07T13:44:22.963" v="107"/>
          <ac:spMkLst>
            <pc:docMk/>
            <pc:sldMk cId="4011975752" sldId="269"/>
            <ac:spMk id="16" creationId="{081E4A58-353D-44AE-B2FC-2A74E2E400F7}"/>
          </ac:spMkLst>
        </pc:spChg>
      </pc:sldChg>
      <pc:sldChg chg="addSp modSp new mod setBg">
        <pc:chgData name="Vadim Nikitaev" userId="ac4409ddac901ccf" providerId="Windows Live" clId="Web-{D5BC8804-4F03-BA6D-6263-9247BD0A332E}" dt="2024-12-07T13:45:43.090" v="138"/>
        <pc:sldMkLst>
          <pc:docMk/>
          <pc:sldMk cId="2579183094" sldId="270"/>
        </pc:sldMkLst>
        <pc:spChg chg="mod">
          <ac:chgData name="Vadim Nikitaev" userId="ac4409ddac901ccf" providerId="Windows Live" clId="Web-{D5BC8804-4F03-BA6D-6263-9247BD0A332E}" dt="2024-12-07T13:45:43.090" v="138"/>
          <ac:spMkLst>
            <pc:docMk/>
            <pc:sldMk cId="2579183094" sldId="270"/>
            <ac:spMk id="2" creationId="{AA1F797C-A2CE-8335-1123-EEF00B3E5E5C}"/>
          </ac:spMkLst>
        </pc:spChg>
        <pc:spChg chg="mod">
          <ac:chgData name="Vadim Nikitaev" userId="ac4409ddac901ccf" providerId="Windows Live" clId="Web-{D5BC8804-4F03-BA6D-6263-9247BD0A332E}" dt="2024-12-07T13:45:43.090" v="138"/>
          <ac:spMkLst>
            <pc:docMk/>
            <pc:sldMk cId="2579183094" sldId="270"/>
            <ac:spMk id="3" creationId="{52259DBE-CDAF-B01F-4769-4B47F1DBA1A3}"/>
          </ac:spMkLst>
        </pc:spChg>
        <pc:spChg chg="add">
          <ac:chgData name="Vadim Nikitaev" userId="ac4409ddac901ccf" providerId="Windows Live" clId="Web-{D5BC8804-4F03-BA6D-6263-9247BD0A332E}" dt="2024-12-07T13:45:43.090" v="138"/>
          <ac:spMkLst>
            <pc:docMk/>
            <pc:sldMk cId="2579183094" sldId="270"/>
            <ac:spMk id="8" creationId="{777A147A-9ED8-46B4-8660-1B3C2AA880B5}"/>
          </ac:spMkLst>
        </pc:spChg>
        <pc:spChg chg="add">
          <ac:chgData name="Vadim Nikitaev" userId="ac4409ddac901ccf" providerId="Windows Live" clId="Web-{D5BC8804-4F03-BA6D-6263-9247BD0A332E}" dt="2024-12-07T13:45:43.090" v="138"/>
          <ac:spMkLst>
            <pc:docMk/>
            <pc:sldMk cId="2579183094" sldId="270"/>
            <ac:spMk id="10" creationId="{5D6C15A0-C087-4593-8414-2B4EC1CDC3DE}"/>
          </ac:spMkLst>
        </pc:spChg>
      </pc:sldChg>
      <pc:sldChg chg="addSp delSp modSp new mod setBg modClrScheme chgLayout">
        <pc:chgData name="Vadim Nikitaev" userId="ac4409ddac901ccf" providerId="Windows Live" clId="Web-{D5BC8804-4F03-BA6D-6263-9247BD0A332E}" dt="2024-12-07T13:49:45.599" v="209"/>
        <pc:sldMkLst>
          <pc:docMk/>
          <pc:sldMk cId="487725679" sldId="271"/>
        </pc:sldMkLst>
        <pc:spChg chg="mod ord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2" creationId="{02325F19-FEBD-CF1A-13B9-74E70AA255B4}"/>
          </ac:spMkLst>
        </pc:spChg>
        <pc:spChg chg="mod ord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3" creationId="{5A51B8AB-1B1E-C403-936D-ED947D4F47A7}"/>
          </ac:spMkLst>
        </pc:spChg>
        <pc:spChg chg="add del mod ord">
          <ac:chgData name="Vadim Nikitaev" userId="ac4409ddac901ccf" providerId="Windows Live" clId="Web-{D5BC8804-4F03-BA6D-6263-9247BD0A332E}" dt="2024-12-07T13:49:13.160" v="199"/>
          <ac:spMkLst>
            <pc:docMk/>
            <pc:sldMk cId="487725679" sldId="271"/>
            <ac:spMk id="4" creationId="{5DD71AA4-0934-1F8E-6713-9E06B59C83EC}"/>
          </ac:spMkLst>
        </pc:spChg>
        <pc:spChg chg="add del">
          <ac:chgData name="Vadim Nikitaev" userId="ac4409ddac901ccf" providerId="Windows Live" clId="Web-{D5BC8804-4F03-BA6D-6263-9247BD0A332E}" dt="2024-12-07T13:49:26.301" v="204"/>
          <ac:spMkLst>
            <pc:docMk/>
            <pc:sldMk cId="487725679" sldId="271"/>
            <ac:spMk id="6" creationId="{4FFBEE45-F140-49D5-85EA-C78C24340B23}"/>
          </ac:spMkLst>
        </pc:spChg>
        <pc:spChg chg="add del">
          <ac:chgData name="Vadim Nikitaev" userId="ac4409ddac901ccf" providerId="Windows Live" clId="Web-{D5BC8804-4F03-BA6D-6263-9247BD0A332E}" dt="2024-12-07T13:49:23.536" v="201"/>
          <ac:spMkLst>
            <pc:docMk/>
            <pc:sldMk cId="487725679" sldId="271"/>
            <ac:spMk id="8" creationId="{1BB867FF-FC45-48F7-8104-F89BE54909F1}"/>
          </ac:spMkLst>
        </pc:spChg>
        <pc:spChg chg="add del">
          <ac:chgData name="Vadim Nikitaev" userId="ac4409ddac901ccf" providerId="Windows Live" clId="Web-{D5BC8804-4F03-BA6D-6263-9247BD0A332E}" dt="2024-12-07T13:47:33.235" v="156"/>
          <ac:spMkLst>
            <pc:docMk/>
            <pc:sldMk cId="487725679" sldId="271"/>
            <ac:spMk id="9" creationId="{4FFBEE45-F140-49D5-85EA-C78C24340B23}"/>
          </ac:spMkLst>
        </pc:spChg>
        <pc:spChg chg="add del">
          <ac:chgData name="Vadim Nikitaev" userId="ac4409ddac901ccf" providerId="Windows Live" clId="Web-{D5BC8804-4F03-BA6D-6263-9247BD0A332E}" dt="2024-12-07T13:47:37.969" v="158"/>
          <ac:spMkLst>
            <pc:docMk/>
            <pc:sldMk cId="487725679" sldId="271"/>
            <ac:spMk id="12" creationId="{4C608BEB-860E-4094-8511-78603564A75E}"/>
          </ac:spMkLst>
        </pc:spChg>
        <pc:spChg chg="add del">
          <ac:chgData name="Vadim Nikitaev" userId="ac4409ddac901ccf" providerId="Windows Live" clId="Web-{D5BC8804-4F03-BA6D-6263-9247BD0A332E}" dt="2024-12-07T13:49:23.536" v="201"/>
          <ac:spMkLst>
            <pc:docMk/>
            <pc:sldMk cId="487725679" sldId="271"/>
            <ac:spMk id="13" creationId="{8BB56887-D0D5-4F0C-9E19-7247EB83C8B7}"/>
          </ac:spMkLst>
        </pc:spChg>
        <pc:spChg chg="add del">
          <ac:chgData name="Vadim Nikitaev" userId="ac4409ddac901ccf" providerId="Windows Live" clId="Web-{D5BC8804-4F03-BA6D-6263-9247BD0A332E}" dt="2024-12-07T13:49:23.536" v="201"/>
          <ac:spMkLst>
            <pc:docMk/>
            <pc:sldMk cId="487725679" sldId="271"/>
            <ac:spMk id="15" creationId="{081E4A58-353D-44AE-B2FC-2A74E2E400F7}"/>
          </ac:spMkLst>
        </pc:spChg>
        <pc:spChg chg="add del">
          <ac:chgData name="Vadim Nikitaev" userId="ac4409ddac901ccf" providerId="Windows Live" clId="Web-{D5BC8804-4F03-BA6D-6263-9247BD0A332E}" dt="2024-12-07T13:49:26.301" v="203"/>
          <ac:spMkLst>
            <pc:docMk/>
            <pc:sldMk cId="487725679" sldId="271"/>
            <ac:spMk id="17" creationId="{FA23A907-97FB-4A8F-880A-DD77401C4296}"/>
          </ac:spMkLst>
        </pc:spChg>
        <pc:spChg chg="add del">
          <ac:chgData name="Vadim Nikitaev" userId="ac4409ddac901ccf" providerId="Windows Live" clId="Web-{D5BC8804-4F03-BA6D-6263-9247BD0A332E}" dt="2024-12-07T13:49:26.301" v="203"/>
          <ac:spMkLst>
            <pc:docMk/>
            <pc:sldMk cId="487725679" sldId="271"/>
            <ac:spMk id="18" creationId="{C2554CA6-288E-4202-BC52-2E5A8F0C0AED}"/>
          </ac:spMkLst>
        </pc:spChg>
        <pc:spChg chg="add del">
          <ac:chgData name="Vadim Nikitaev" userId="ac4409ddac901ccf" providerId="Windows Live" clId="Web-{D5BC8804-4F03-BA6D-6263-9247BD0A332E}" dt="2024-12-07T13:49:26.301" v="203"/>
          <ac:spMkLst>
            <pc:docMk/>
            <pc:sldMk cId="487725679" sldId="271"/>
            <ac:spMk id="19" creationId="{B10BB131-AC8E-4A8E-A5D1-36260F720C3B}"/>
          </ac:spMkLst>
        </pc:spChg>
        <pc:spChg chg="add del">
          <ac:chgData name="Vadim Nikitaev" userId="ac4409ddac901ccf" providerId="Windows Live" clId="Web-{D5BC8804-4F03-BA6D-6263-9247BD0A332E}" dt="2024-12-07T13:49:26.301" v="203"/>
          <ac:spMkLst>
            <pc:docMk/>
            <pc:sldMk cId="487725679" sldId="271"/>
            <ac:spMk id="20" creationId="{5B7778FC-632E-4DCA-A7CB-0D7731CCF970}"/>
          </ac:spMkLst>
        </pc:spChg>
        <pc:spChg chg="add del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22" creationId="{777A147A-9ED8-46B4-8660-1B3C2AA880B5}"/>
          </ac:spMkLst>
        </pc:spChg>
        <pc:spChg chg="add del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23" creationId="{5D6C15A0-C087-4593-8414-2B4EC1CDC3DE}"/>
          </ac:spMkLst>
        </pc:spChg>
        <pc:spChg chg="add del">
          <ac:chgData name="Vadim Nikitaev" userId="ac4409ddac901ccf" providerId="Windows Live" clId="Web-{D5BC8804-4F03-BA6D-6263-9247BD0A332E}" dt="2024-12-07T13:49:45.583" v="208"/>
          <ac:spMkLst>
            <pc:docMk/>
            <pc:sldMk cId="487725679" sldId="271"/>
            <ac:spMk id="28" creationId="{777A147A-9ED8-46B4-8660-1B3C2AA880B5}"/>
          </ac:spMkLst>
        </pc:spChg>
        <pc:spChg chg="add del">
          <ac:chgData name="Vadim Nikitaev" userId="ac4409ddac901ccf" providerId="Windows Live" clId="Web-{D5BC8804-4F03-BA6D-6263-9247BD0A332E}" dt="2024-12-07T13:49:45.583" v="208"/>
          <ac:spMkLst>
            <pc:docMk/>
            <pc:sldMk cId="487725679" sldId="271"/>
            <ac:spMk id="30" creationId="{5D6C15A0-C087-4593-8414-2B4EC1CDC3DE}"/>
          </ac:spMkLst>
        </pc:spChg>
        <pc:spChg chg="add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32" creationId="{5B7778FC-632E-4DCA-A7CB-0D7731CCF970}"/>
          </ac:spMkLst>
        </pc:spChg>
        <pc:spChg chg="add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33" creationId="{C2554CA6-288E-4202-BC52-2E5A8F0C0AED}"/>
          </ac:spMkLst>
        </pc:spChg>
        <pc:spChg chg="add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34" creationId="{FA23A907-97FB-4A8F-880A-DD77401C4296}"/>
          </ac:spMkLst>
        </pc:spChg>
        <pc:spChg chg="add">
          <ac:chgData name="Vadim Nikitaev" userId="ac4409ddac901ccf" providerId="Windows Live" clId="Web-{D5BC8804-4F03-BA6D-6263-9247BD0A332E}" dt="2024-12-07T13:49:45.599" v="209"/>
          <ac:spMkLst>
            <pc:docMk/>
            <pc:sldMk cId="487725679" sldId="271"/>
            <ac:spMk id="35" creationId="{B10BB131-AC8E-4A8E-A5D1-36260F720C3B}"/>
          </ac:spMkLst>
        </pc:spChg>
        <pc:cxnChg chg="add del">
          <ac:chgData name="Vadim Nikitaev" userId="ac4409ddac901ccf" providerId="Windows Live" clId="Web-{D5BC8804-4F03-BA6D-6263-9247BD0A332E}" dt="2024-12-07T13:47:37.969" v="158"/>
          <ac:cxnSpMkLst>
            <pc:docMk/>
            <pc:sldMk cId="487725679" sldId="271"/>
            <ac:cxnSpMk id="11" creationId="{1F16A8D4-FE87-4604-88B2-394B5D1EB437}"/>
          </ac:cxnSpMkLst>
        </pc:cxnChg>
      </pc:sldChg>
      <pc:sldChg chg="addSp delSp modSp new mod setBg modClrScheme chgLayout">
        <pc:chgData name="Vadim Nikitaev" userId="ac4409ddac901ccf" providerId="Windows Live" clId="Web-{D5BC8804-4F03-BA6D-6263-9247BD0A332E}" dt="2024-12-07T13:51:07.820" v="248"/>
        <pc:sldMkLst>
          <pc:docMk/>
          <pc:sldMk cId="96442607" sldId="272"/>
        </pc:sldMkLst>
        <pc:spChg chg="mod ord">
          <ac:chgData name="Vadim Nikitaev" userId="ac4409ddac901ccf" providerId="Windows Live" clId="Web-{D5BC8804-4F03-BA6D-6263-9247BD0A332E}" dt="2024-12-07T13:51:07.820" v="248"/>
          <ac:spMkLst>
            <pc:docMk/>
            <pc:sldMk cId="96442607" sldId="272"/>
            <ac:spMk id="2" creationId="{F23C36FD-72CE-E889-58E1-A7C7754189FD}"/>
          </ac:spMkLst>
        </pc:spChg>
        <pc:spChg chg="mod ord">
          <ac:chgData name="Vadim Nikitaev" userId="ac4409ddac901ccf" providerId="Windows Live" clId="Web-{D5BC8804-4F03-BA6D-6263-9247BD0A332E}" dt="2024-12-07T13:51:07.820" v="248"/>
          <ac:spMkLst>
            <pc:docMk/>
            <pc:sldMk cId="96442607" sldId="272"/>
            <ac:spMk id="3" creationId="{5DB29054-45F5-6632-EE19-AC40B9CC2C54}"/>
          </ac:spMkLst>
        </pc:spChg>
        <pc:spChg chg="del">
          <ac:chgData name="Vadim Nikitaev" userId="ac4409ddac901ccf" providerId="Windows Live" clId="Web-{D5BC8804-4F03-BA6D-6263-9247BD0A332E}" dt="2024-12-07T13:49:58.380" v="211"/>
          <ac:spMkLst>
            <pc:docMk/>
            <pc:sldMk cId="96442607" sldId="272"/>
            <ac:spMk id="4" creationId="{28A2D110-3A1B-7011-A116-203241F95C7C}"/>
          </ac:spMkLst>
        </pc:spChg>
        <pc:spChg chg="add">
          <ac:chgData name="Vadim Nikitaev" userId="ac4409ddac901ccf" providerId="Windows Live" clId="Web-{D5BC8804-4F03-BA6D-6263-9247BD0A332E}" dt="2024-12-07T13:51:07.820" v="248"/>
          <ac:spMkLst>
            <pc:docMk/>
            <pc:sldMk cId="96442607" sldId="272"/>
            <ac:spMk id="8" creationId="{100EDD19-6802-4EC3-95CE-CFFAB042CFD6}"/>
          </ac:spMkLst>
        </pc:spChg>
        <pc:spChg chg="add">
          <ac:chgData name="Vadim Nikitaev" userId="ac4409ddac901ccf" providerId="Windows Live" clId="Web-{D5BC8804-4F03-BA6D-6263-9247BD0A332E}" dt="2024-12-07T13:51:07.820" v="248"/>
          <ac:spMkLst>
            <pc:docMk/>
            <pc:sldMk cId="96442607" sldId="272"/>
            <ac:spMk id="10" creationId="{DB17E863-922E-4C26-BD64-E8FD41D28661}"/>
          </ac:spMkLst>
        </pc:spChg>
      </pc:sldChg>
      <pc:sldChg chg="addSp modSp new mod setBg">
        <pc:chgData name="Vadim Nikitaev" userId="ac4409ddac901ccf" providerId="Windows Live" clId="Web-{D5BC8804-4F03-BA6D-6263-9247BD0A332E}" dt="2024-12-07T13:54:12.499" v="294" actId="20577"/>
        <pc:sldMkLst>
          <pc:docMk/>
          <pc:sldMk cId="2044287871" sldId="273"/>
        </pc:sldMkLst>
        <pc:spChg chg="mo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2" creationId="{2F3B383C-A28B-C499-713D-A7214B0720C7}"/>
          </ac:spMkLst>
        </pc:spChg>
        <pc:spChg chg="mod">
          <ac:chgData name="Vadim Nikitaev" userId="ac4409ddac901ccf" providerId="Windows Live" clId="Web-{D5BC8804-4F03-BA6D-6263-9247BD0A332E}" dt="2024-12-07T13:54:12.499" v="294" actId="20577"/>
          <ac:spMkLst>
            <pc:docMk/>
            <pc:sldMk cId="2044287871" sldId="273"/>
            <ac:spMk id="3" creationId="{CA167885-A06A-EF5C-E93F-A0C4449582ED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8" creationId="{F837543A-6020-4505-A233-C9DB4BF74011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10" creationId="{35B16301-FB18-48BA-A6DD-C37CAF6F9A18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12" creationId="{C3C0D90E-074A-4F52-9B11-B52BEF4BCBE5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14" creationId="{CABBD4C1-E6F8-46F6-8152-A8A97490BF4D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16" creationId="{83BA5EF5-1FE9-4BF9-83BB-269BCDDF6156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20" creationId="{88853921-7BC9-4BDE-ACAB-133C683C82D6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22" creationId="{09192968-3AE7-4470-A61C-97294BB92731}"/>
          </ac:spMkLst>
        </pc:spChg>
        <pc:spChg chg="add">
          <ac:chgData name="Vadim Nikitaev" userId="ac4409ddac901ccf" providerId="Windows Live" clId="Web-{D5BC8804-4F03-BA6D-6263-9247BD0A332E}" dt="2024-12-07T13:53:32.169" v="278"/>
          <ac:spMkLst>
            <pc:docMk/>
            <pc:sldMk cId="2044287871" sldId="273"/>
            <ac:spMk id="24" creationId="{3AB72E55-43E4-4356-BFE8-E2102CB0B505}"/>
          </ac:spMkLst>
        </pc:spChg>
      </pc:sldChg>
      <pc:sldChg chg="addSp modSp new mod setBg">
        <pc:chgData name="Vadim Nikitaev" userId="ac4409ddac901ccf" providerId="Windows Live" clId="Web-{D5BC8804-4F03-BA6D-6263-9247BD0A332E}" dt="2024-12-07T13:54:43.984" v="298"/>
        <pc:sldMkLst>
          <pc:docMk/>
          <pc:sldMk cId="3685515958" sldId="274"/>
        </pc:sldMkLst>
        <pc:spChg chg="mod">
          <ac:chgData name="Vadim Nikitaev" userId="ac4409ddac901ccf" providerId="Windows Live" clId="Web-{D5BC8804-4F03-BA6D-6263-9247BD0A332E}" dt="2024-12-07T13:54:43.984" v="298"/>
          <ac:spMkLst>
            <pc:docMk/>
            <pc:sldMk cId="3685515958" sldId="274"/>
            <ac:spMk id="2" creationId="{932084D2-CB4E-BEF7-5089-50A9058B2351}"/>
          </ac:spMkLst>
        </pc:spChg>
        <pc:spChg chg="mod">
          <ac:chgData name="Vadim Nikitaev" userId="ac4409ddac901ccf" providerId="Windows Live" clId="Web-{D5BC8804-4F03-BA6D-6263-9247BD0A332E}" dt="2024-12-07T13:54:43.984" v="298"/>
          <ac:spMkLst>
            <pc:docMk/>
            <pc:sldMk cId="3685515958" sldId="274"/>
            <ac:spMk id="3" creationId="{057BF5D7-2862-9F19-E893-A12F0BB05265}"/>
          </ac:spMkLst>
        </pc:spChg>
        <pc:spChg chg="add">
          <ac:chgData name="Vadim Nikitaev" userId="ac4409ddac901ccf" providerId="Windows Live" clId="Web-{D5BC8804-4F03-BA6D-6263-9247BD0A332E}" dt="2024-12-07T13:54:43.984" v="298"/>
          <ac:spMkLst>
            <pc:docMk/>
            <pc:sldMk cId="3685515958" sldId="274"/>
            <ac:spMk id="8" creationId="{100EDD19-6802-4EC3-95CE-CFFAB042CFD6}"/>
          </ac:spMkLst>
        </pc:spChg>
        <pc:spChg chg="add">
          <ac:chgData name="Vadim Nikitaev" userId="ac4409ddac901ccf" providerId="Windows Live" clId="Web-{D5BC8804-4F03-BA6D-6263-9247BD0A332E}" dt="2024-12-07T13:54:43.984" v="298"/>
          <ac:spMkLst>
            <pc:docMk/>
            <pc:sldMk cId="3685515958" sldId="274"/>
            <ac:spMk id="10" creationId="{DB17E863-922E-4C26-BD64-E8FD41D28661}"/>
          </ac:spMkLst>
        </pc:spChg>
      </pc:sldChg>
    </pc:docChg>
  </pc:docChgLst>
  <pc:docChgLst>
    <pc:chgData name="Vadim Nikitaev" userId="ac4409ddac901ccf" providerId="Windows Live" clId="Web-{4B3C5D5C-8705-742E-F887-0AE85E412B9F}"/>
    <pc:docChg chg="addSld modSld">
      <pc:chgData name="Vadim Nikitaev" userId="ac4409ddac901ccf" providerId="Windows Live" clId="Web-{4B3C5D5C-8705-742E-F887-0AE85E412B9F}" dt="2024-12-07T12:23:41.754" v="278"/>
      <pc:docMkLst>
        <pc:docMk/>
      </pc:docMkLst>
      <pc:sldChg chg="modSp">
        <pc:chgData name="Vadim Nikitaev" userId="ac4409ddac901ccf" providerId="Windows Live" clId="Web-{4B3C5D5C-8705-742E-F887-0AE85E412B9F}" dt="2024-12-07T11:39:44.308" v="4" actId="20577"/>
        <pc:sldMkLst>
          <pc:docMk/>
          <pc:sldMk cId="1351651579" sldId="256"/>
        </pc:sldMkLst>
        <pc:spChg chg="mod">
          <ac:chgData name="Vadim Nikitaev" userId="ac4409ddac901ccf" providerId="Windows Live" clId="Web-{4B3C5D5C-8705-742E-F887-0AE85E412B9F}" dt="2024-12-07T11:39:44.308" v="4" actId="20577"/>
          <ac:spMkLst>
            <pc:docMk/>
            <pc:sldMk cId="1351651579" sldId="256"/>
            <ac:spMk id="2" creationId="{00000000-0000-0000-0000-000000000000}"/>
          </ac:spMkLst>
        </pc:spChg>
      </pc:sldChg>
      <pc:sldChg chg="addSp modSp new mod setBg">
        <pc:chgData name="Vadim Nikitaev" userId="ac4409ddac901ccf" providerId="Windows Live" clId="Web-{4B3C5D5C-8705-742E-F887-0AE85E412B9F}" dt="2024-12-07T11:45:53.085" v="36"/>
        <pc:sldMkLst>
          <pc:docMk/>
          <pc:sldMk cId="3899465023" sldId="257"/>
        </pc:sldMkLst>
        <pc:spChg chg="mod">
          <ac:chgData name="Vadim Nikitaev" userId="ac4409ddac901ccf" providerId="Windows Live" clId="Web-{4B3C5D5C-8705-742E-F887-0AE85E412B9F}" dt="2024-12-07T11:45:53.085" v="36"/>
          <ac:spMkLst>
            <pc:docMk/>
            <pc:sldMk cId="3899465023" sldId="257"/>
            <ac:spMk id="2" creationId="{A8CF9508-D8F7-AE2F-9636-156F55DF1B73}"/>
          </ac:spMkLst>
        </pc:spChg>
        <pc:spChg chg="mod">
          <ac:chgData name="Vadim Nikitaev" userId="ac4409ddac901ccf" providerId="Windows Live" clId="Web-{4B3C5D5C-8705-742E-F887-0AE85E412B9F}" dt="2024-12-07T11:45:53.085" v="36"/>
          <ac:spMkLst>
            <pc:docMk/>
            <pc:sldMk cId="3899465023" sldId="257"/>
            <ac:spMk id="3" creationId="{9CEBBBC6-A3E3-C0AE-A0C3-A672BDBF7C33}"/>
          </ac:spMkLst>
        </pc:spChg>
        <pc:spChg chg="add">
          <ac:chgData name="Vadim Nikitaev" userId="ac4409ddac901ccf" providerId="Windows Live" clId="Web-{4B3C5D5C-8705-742E-F887-0AE85E412B9F}" dt="2024-12-07T11:45:53.085" v="36"/>
          <ac:spMkLst>
            <pc:docMk/>
            <pc:sldMk cId="3899465023" sldId="257"/>
            <ac:spMk id="8" creationId="{100EDD19-6802-4EC3-95CE-CFFAB042CFD6}"/>
          </ac:spMkLst>
        </pc:spChg>
        <pc:spChg chg="add">
          <ac:chgData name="Vadim Nikitaev" userId="ac4409ddac901ccf" providerId="Windows Live" clId="Web-{4B3C5D5C-8705-742E-F887-0AE85E412B9F}" dt="2024-12-07T11:45:53.085" v="36"/>
          <ac:spMkLst>
            <pc:docMk/>
            <pc:sldMk cId="3899465023" sldId="257"/>
            <ac:spMk id="10" creationId="{DB17E863-922E-4C26-BD64-E8FD41D28661}"/>
          </ac:spMkLst>
        </pc:spChg>
      </pc:sldChg>
      <pc:sldChg chg="addSp modSp new mod setBg">
        <pc:chgData name="Vadim Nikitaev" userId="ac4409ddac901ccf" providerId="Windows Live" clId="Web-{4B3C5D5C-8705-742E-F887-0AE85E412B9F}" dt="2024-12-07T11:50:50.967" v="92"/>
        <pc:sldMkLst>
          <pc:docMk/>
          <pc:sldMk cId="4241329803" sldId="258"/>
        </pc:sldMkLst>
        <pc:spChg chg="mod">
          <ac:chgData name="Vadim Nikitaev" userId="ac4409ddac901ccf" providerId="Windows Live" clId="Web-{4B3C5D5C-8705-742E-F887-0AE85E412B9F}" dt="2024-12-07T11:50:50.967" v="92"/>
          <ac:spMkLst>
            <pc:docMk/>
            <pc:sldMk cId="4241329803" sldId="258"/>
            <ac:spMk id="2" creationId="{DF84A487-F2F6-3E9D-E7AC-61FA702303F0}"/>
          </ac:spMkLst>
        </pc:spChg>
        <pc:spChg chg="mod">
          <ac:chgData name="Vadim Nikitaev" userId="ac4409ddac901ccf" providerId="Windows Live" clId="Web-{4B3C5D5C-8705-742E-F887-0AE85E412B9F}" dt="2024-12-07T11:50:50.967" v="92"/>
          <ac:spMkLst>
            <pc:docMk/>
            <pc:sldMk cId="4241329803" sldId="258"/>
            <ac:spMk id="3" creationId="{D314FEC7-F7E3-1ACA-4E5C-8CAE948964E0}"/>
          </ac:spMkLst>
        </pc:spChg>
        <pc:spChg chg="add">
          <ac:chgData name="Vadim Nikitaev" userId="ac4409ddac901ccf" providerId="Windows Live" clId="Web-{4B3C5D5C-8705-742E-F887-0AE85E412B9F}" dt="2024-12-07T11:50:50.967" v="92"/>
          <ac:spMkLst>
            <pc:docMk/>
            <pc:sldMk cId="4241329803" sldId="258"/>
            <ac:spMk id="8" creationId="{777A147A-9ED8-46B4-8660-1B3C2AA880B5}"/>
          </ac:spMkLst>
        </pc:spChg>
        <pc:spChg chg="add">
          <ac:chgData name="Vadim Nikitaev" userId="ac4409ddac901ccf" providerId="Windows Live" clId="Web-{4B3C5D5C-8705-742E-F887-0AE85E412B9F}" dt="2024-12-07T11:50:50.967" v="92"/>
          <ac:spMkLst>
            <pc:docMk/>
            <pc:sldMk cId="4241329803" sldId="258"/>
            <ac:spMk id="10" creationId="{5D6C15A0-C087-4593-8414-2B4EC1CDC3DE}"/>
          </ac:spMkLst>
        </pc:spChg>
      </pc:sldChg>
      <pc:sldChg chg="addSp delSp modSp new mod setBg">
        <pc:chgData name="Vadim Nikitaev" userId="ac4409ddac901ccf" providerId="Windows Live" clId="Web-{4B3C5D5C-8705-742E-F887-0AE85E412B9F}" dt="2024-12-07T11:51:20.156" v="96" actId="20577"/>
        <pc:sldMkLst>
          <pc:docMk/>
          <pc:sldMk cId="3640680364" sldId="259"/>
        </pc:sldMkLst>
        <pc:spChg chg="mod">
          <ac:chgData name="Vadim Nikitaev" userId="ac4409ddac901ccf" providerId="Windows Live" clId="Web-{4B3C5D5C-8705-742E-F887-0AE85E412B9F}" dt="2024-12-07T11:51:10.375" v="93"/>
          <ac:spMkLst>
            <pc:docMk/>
            <pc:sldMk cId="3640680364" sldId="259"/>
            <ac:spMk id="2" creationId="{792D3917-DED7-8F94-391C-EA9D89DEAD93}"/>
          </ac:spMkLst>
        </pc:spChg>
        <pc:spChg chg="del mod">
          <ac:chgData name="Vadim Nikitaev" userId="ac4409ddac901ccf" providerId="Windows Live" clId="Web-{4B3C5D5C-8705-742E-F887-0AE85E412B9F}" dt="2024-12-07T11:51:10.375" v="93"/>
          <ac:spMkLst>
            <pc:docMk/>
            <pc:sldMk cId="3640680364" sldId="259"/>
            <ac:spMk id="3" creationId="{DD577C19-35AE-E325-193B-419F2ACDA632}"/>
          </ac:spMkLst>
        </pc:spChg>
        <pc:spChg chg="add">
          <ac:chgData name="Vadim Nikitaev" userId="ac4409ddac901ccf" providerId="Windows Live" clId="Web-{4B3C5D5C-8705-742E-F887-0AE85E412B9F}" dt="2024-12-07T11:51:10.375" v="93"/>
          <ac:spMkLst>
            <pc:docMk/>
            <pc:sldMk cId="3640680364" sldId="259"/>
            <ac:spMk id="9" creationId="{2E442304-DDBD-4F7B-8017-36BCC863FB40}"/>
          </ac:spMkLst>
        </pc:spChg>
        <pc:spChg chg="add">
          <ac:chgData name="Vadim Nikitaev" userId="ac4409ddac901ccf" providerId="Windows Live" clId="Web-{4B3C5D5C-8705-742E-F887-0AE85E412B9F}" dt="2024-12-07T11:51:10.375" v="93"/>
          <ac:spMkLst>
            <pc:docMk/>
            <pc:sldMk cId="3640680364" sldId="259"/>
            <ac:spMk id="11" creationId="{5E107275-3853-46FD-A241-DE4355A42675}"/>
          </ac:spMkLst>
        </pc:spChg>
        <pc:graphicFrameChg chg="add modGraphic">
          <ac:chgData name="Vadim Nikitaev" userId="ac4409ddac901ccf" providerId="Windows Live" clId="Web-{4B3C5D5C-8705-742E-F887-0AE85E412B9F}" dt="2024-12-07T11:51:20.156" v="96" actId="20577"/>
          <ac:graphicFrameMkLst>
            <pc:docMk/>
            <pc:sldMk cId="3640680364" sldId="259"/>
            <ac:graphicFrameMk id="5" creationId="{DADE315B-5293-DA17-0C72-834C87DA00C0}"/>
          </ac:graphicFrameMkLst>
        </pc:graphicFrameChg>
      </pc:sldChg>
      <pc:sldChg chg="addSp delSp modSp new mod setBg modClrScheme chgLayout">
        <pc:chgData name="Vadim Nikitaev" userId="ac4409ddac901ccf" providerId="Windows Live" clId="Web-{4B3C5D5C-8705-742E-F887-0AE85E412B9F}" dt="2024-12-07T11:55:08.580" v="124"/>
        <pc:sldMkLst>
          <pc:docMk/>
          <pc:sldMk cId="3346299475" sldId="260"/>
        </pc:sldMkLst>
        <pc:spChg chg="mod ord">
          <ac:chgData name="Vadim Nikitaev" userId="ac4409ddac901ccf" providerId="Windows Live" clId="Web-{4B3C5D5C-8705-742E-F887-0AE85E412B9F}" dt="2024-12-07T11:55:08.580" v="124"/>
          <ac:spMkLst>
            <pc:docMk/>
            <pc:sldMk cId="3346299475" sldId="260"/>
            <ac:spMk id="2" creationId="{2F477046-37B6-1648-7D89-9D56B39A6DF7}"/>
          </ac:spMkLst>
        </pc:spChg>
        <pc:spChg chg="mod ord">
          <ac:chgData name="Vadim Nikitaev" userId="ac4409ddac901ccf" providerId="Windows Live" clId="Web-{4B3C5D5C-8705-742E-F887-0AE85E412B9F}" dt="2024-12-07T11:55:08.580" v="124"/>
          <ac:spMkLst>
            <pc:docMk/>
            <pc:sldMk cId="3346299475" sldId="260"/>
            <ac:spMk id="3" creationId="{67093B5B-B93F-0D54-48F9-5B4A66631CA3}"/>
          </ac:spMkLst>
        </pc:spChg>
        <pc:spChg chg="add mod ord">
          <ac:chgData name="Vadim Nikitaev" userId="ac4409ddac901ccf" providerId="Windows Live" clId="Web-{4B3C5D5C-8705-742E-F887-0AE85E412B9F}" dt="2024-12-07T11:55:08.580" v="124"/>
          <ac:spMkLst>
            <pc:docMk/>
            <pc:sldMk cId="3346299475" sldId="260"/>
            <ac:spMk id="4" creationId="{5DC6DDD0-5280-0FA9-D12A-7D21E67E2DF6}"/>
          </ac:spMkLst>
        </pc:spChg>
        <pc:spChg chg="add del">
          <ac:chgData name="Vadim Nikitaev" userId="ac4409ddac901ccf" providerId="Windows Live" clId="Web-{4B3C5D5C-8705-742E-F887-0AE85E412B9F}" dt="2024-12-07T11:55:08.580" v="123"/>
          <ac:spMkLst>
            <pc:docMk/>
            <pc:sldMk cId="3346299475" sldId="260"/>
            <ac:spMk id="9" creationId="{4FFBEE45-F140-49D5-85EA-C78C24340B23}"/>
          </ac:spMkLst>
        </pc:spChg>
        <pc:spChg chg="add">
          <ac:chgData name="Vadim Nikitaev" userId="ac4409ddac901ccf" providerId="Windows Live" clId="Web-{4B3C5D5C-8705-742E-F887-0AE85E412B9F}" dt="2024-12-07T11:55:08.580" v="124"/>
          <ac:spMkLst>
            <pc:docMk/>
            <pc:sldMk cId="3346299475" sldId="260"/>
            <ac:spMk id="11" creationId="{4FFBEE45-F140-49D5-85EA-C78C24340B23}"/>
          </ac:spMkLst>
        </pc:spChg>
      </pc:sldChg>
      <pc:sldChg chg="addSp delSp modSp new mod setBg modClrScheme chgLayout">
        <pc:chgData name="Vadim Nikitaev" userId="ac4409ddac901ccf" providerId="Windows Live" clId="Web-{4B3C5D5C-8705-742E-F887-0AE85E412B9F}" dt="2024-12-07T12:00:53.387" v="212"/>
        <pc:sldMkLst>
          <pc:docMk/>
          <pc:sldMk cId="16375272" sldId="261"/>
        </pc:sldMkLst>
        <pc:spChg chg="mod ord">
          <ac:chgData name="Vadim Nikitaev" userId="ac4409ddac901ccf" providerId="Windows Live" clId="Web-{4B3C5D5C-8705-742E-F887-0AE85E412B9F}" dt="2024-12-07T12:00:53.387" v="212"/>
          <ac:spMkLst>
            <pc:docMk/>
            <pc:sldMk cId="16375272" sldId="261"/>
            <ac:spMk id="2" creationId="{0D09A4D1-7097-5602-4791-22CA927DED4E}"/>
          </ac:spMkLst>
        </pc:spChg>
        <pc:spChg chg="mod ord">
          <ac:chgData name="Vadim Nikitaev" userId="ac4409ddac901ccf" providerId="Windows Live" clId="Web-{4B3C5D5C-8705-742E-F887-0AE85E412B9F}" dt="2024-12-07T12:00:53.387" v="212"/>
          <ac:spMkLst>
            <pc:docMk/>
            <pc:sldMk cId="16375272" sldId="261"/>
            <ac:spMk id="3" creationId="{73D8A7C1-D4DD-DC08-FF13-863E964958C4}"/>
          </ac:spMkLst>
        </pc:spChg>
        <pc:spChg chg="add del mod ord">
          <ac:chgData name="Vadim Nikitaev" userId="ac4409ddac901ccf" providerId="Windows Live" clId="Web-{4B3C5D5C-8705-742E-F887-0AE85E412B9F}" dt="2024-12-07T11:57:59.202" v="153"/>
          <ac:spMkLst>
            <pc:docMk/>
            <pc:sldMk cId="16375272" sldId="261"/>
            <ac:spMk id="4" creationId="{02EE74A1-90A3-05CF-A301-AF27650C0768}"/>
          </ac:spMkLst>
        </pc:spChg>
        <pc:spChg chg="add del mod ord">
          <ac:chgData name="Vadim Nikitaev" userId="ac4409ddac901ccf" providerId="Windows Live" clId="Web-{4B3C5D5C-8705-742E-F887-0AE85E412B9F}" dt="2024-12-07T11:58:53.768" v="181"/>
          <ac:spMkLst>
            <pc:docMk/>
            <pc:sldMk cId="16375272" sldId="261"/>
            <ac:spMk id="5" creationId="{C6BD2AD3-CFAE-33FB-DD64-F08A9D5D51DB}"/>
          </ac:spMkLst>
        </pc:spChg>
        <pc:spChg chg="add del mod ord">
          <ac:chgData name="Vadim Nikitaev" userId="ac4409ddac901ccf" providerId="Windows Live" clId="Web-{4B3C5D5C-8705-742E-F887-0AE85E412B9F}" dt="2024-12-07T12:00:46.355" v="211"/>
          <ac:spMkLst>
            <pc:docMk/>
            <pc:sldMk cId="16375272" sldId="261"/>
            <ac:spMk id="6" creationId="{0D58F78A-F5E4-C43A-0AA4-49E2B0474CF8}"/>
          </ac:spMkLst>
        </pc:spChg>
        <pc:spChg chg="add">
          <ac:chgData name="Vadim Nikitaev" userId="ac4409ddac901ccf" providerId="Windows Live" clId="Web-{4B3C5D5C-8705-742E-F887-0AE85E412B9F}" dt="2024-12-07T12:00:53.387" v="212"/>
          <ac:spMkLst>
            <pc:docMk/>
            <pc:sldMk cId="16375272" sldId="261"/>
            <ac:spMk id="8" creationId="{100EDD19-6802-4EC3-95CE-CFFAB042CFD6}"/>
          </ac:spMkLst>
        </pc:spChg>
        <pc:spChg chg="add">
          <ac:chgData name="Vadim Nikitaev" userId="ac4409ddac901ccf" providerId="Windows Live" clId="Web-{4B3C5D5C-8705-742E-F887-0AE85E412B9F}" dt="2024-12-07T12:00:53.387" v="212"/>
          <ac:spMkLst>
            <pc:docMk/>
            <pc:sldMk cId="16375272" sldId="261"/>
            <ac:spMk id="10" creationId="{DB17E863-922E-4C26-BD64-E8FD41D28661}"/>
          </ac:spMkLst>
        </pc:spChg>
      </pc:sldChg>
      <pc:sldChg chg="addSp modSp new mod setBg">
        <pc:chgData name="Vadim Nikitaev" userId="ac4409ddac901ccf" providerId="Windows Live" clId="Web-{4B3C5D5C-8705-742E-F887-0AE85E412B9F}" dt="2024-12-07T12:02:00.063" v="231"/>
        <pc:sldMkLst>
          <pc:docMk/>
          <pc:sldMk cId="2135492132" sldId="262"/>
        </pc:sldMkLst>
        <pc:spChg chg="mod">
          <ac:chgData name="Vadim Nikitaev" userId="ac4409ddac901ccf" providerId="Windows Live" clId="Web-{4B3C5D5C-8705-742E-F887-0AE85E412B9F}" dt="2024-12-07T12:02:00.063" v="231"/>
          <ac:spMkLst>
            <pc:docMk/>
            <pc:sldMk cId="2135492132" sldId="262"/>
            <ac:spMk id="2" creationId="{A25E8635-552E-7A32-77F0-902F93AD020F}"/>
          </ac:spMkLst>
        </pc:spChg>
        <pc:spChg chg="mod">
          <ac:chgData name="Vadim Nikitaev" userId="ac4409ddac901ccf" providerId="Windows Live" clId="Web-{4B3C5D5C-8705-742E-F887-0AE85E412B9F}" dt="2024-12-07T12:02:00.063" v="231"/>
          <ac:spMkLst>
            <pc:docMk/>
            <pc:sldMk cId="2135492132" sldId="262"/>
            <ac:spMk id="3" creationId="{35DE6203-7A34-61AF-7C4B-F2A6FF1138BE}"/>
          </ac:spMkLst>
        </pc:spChg>
        <pc:spChg chg="add">
          <ac:chgData name="Vadim Nikitaev" userId="ac4409ddac901ccf" providerId="Windows Live" clId="Web-{4B3C5D5C-8705-742E-F887-0AE85E412B9F}" dt="2024-12-07T12:02:00.063" v="231"/>
          <ac:spMkLst>
            <pc:docMk/>
            <pc:sldMk cId="2135492132" sldId="262"/>
            <ac:spMk id="8" creationId="{100EDD19-6802-4EC3-95CE-CFFAB042CFD6}"/>
          </ac:spMkLst>
        </pc:spChg>
        <pc:spChg chg="add">
          <ac:chgData name="Vadim Nikitaev" userId="ac4409ddac901ccf" providerId="Windows Live" clId="Web-{4B3C5D5C-8705-742E-F887-0AE85E412B9F}" dt="2024-12-07T12:02:00.063" v="231"/>
          <ac:spMkLst>
            <pc:docMk/>
            <pc:sldMk cId="2135492132" sldId="262"/>
            <ac:spMk id="10" creationId="{DB17E863-922E-4C26-BD64-E8FD41D28661}"/>
          </ac:spMkLst>
        </pc:spChg>
      </pc:sldChg>
      <pc:sldChg chg="addSp delSp modSp new mod setBg">
        <pc:chgData name="Vadim Nikitaev" userId="ac4409ddac901ccf" providerId="Windows Live" clId="Web-{4B3C5D5C-8705-742E-F887-0AE85E412B9F}" dt="2024-12-07T12:04:21.277" v="262"/>
        <pc:sldMkLst>
          <pc:docMk/>
          <pc:sldMk cId="997918465" sldId="263"/>
        </pc:sldMkLst>
        <pc:spChg chg="mod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2" creationId="{5C455B46-D4D9-B91C-D941-348A88A6E783}"/>
          </ac:spMkLst>
        </pc:spChg>
        <pc:spChg chg="mod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3" creationId="{EA5B86F2-E712-92BB-3E90-AD0322835D8B}"/>
          </ac:spMkLst>
        </pc:spChg>
        <pc:spChg chg="add del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8" creationId="{AC17DE74-01C9-4859-B65A-85CF999E8580}"/>
          </ac:spMkLst>
        </pc:spChg>
        <pc:spChg chg="add del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10" creationId="{068C0432-0E90-4CC1-8CD3-D44A90DF07EF}"/>
          </ac:spMkLst>
        </pc:spChg>
        <pc:spChg chg="add 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15" creationId="{E92FEB64-6EEA-4759-B4A4-BD2C1E660BA8}"/>
          </ac:spMkLst>
        </pc:spChg>
        <pc:spChg chg="add 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17" creationId="{B10BB131-AC8E-4A8E-A5D1-36260F720C3B}"/>
          </ac:spMkLst>
        </pc:spChg>
        <pc:spChg chg="add 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21" creationId="{5566D6E1-03A1-4D73-A4E0-35D74D568A04}"/>
          </ac:spMkLst>
        </pc:spChg>
        <pc:spChg chg="add 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23" creationId="{9F835A99-04AC-494A-A572-AFE8413CC938}"/>
          </ac:spMkLst>
        </pc:spChg>
        <pc:spChg chg="add 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25" creationId="{7B786209-1B0B-4CA9-9BDD-F7327066A84D}"/>
          </ac:spMkLst>
        </pc:spChg>
        <pc:spChg chg="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27" creationId="{2D2964BB-484D-45AE-AD66-D407D0629652}"/>
          </ac:spMkLst>
        </pc:spChg>
        <pc:spChg chg="add del">
          <ac:chgData name="Vadim Nikitaev" userId="ac4409ddac901ccf" providerId="Windows Live" clId="Web-{4B3C5D5C-8705-742E-F887-0AE85E412B9F}" dt="2024-12-07T12:04:21.277" v="261"/>
          <ac:spMkLst>
            <pc:docMk/>
            <pc:sldMk cId="997918465" sldId="263"/>
            <ac:spMk id="29" creationId="{6691AC69-A76E-4DAB-B565-468B6B87ACF3}"/>
          </ac:spMkLst>
        </pc:spChg>
        <pc:spChg chg="add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31" creationId="{DAF1966E-FD40-4A4A-B61B-C4DF7FA05F06}"/>
          </ac:spMkLst>
        </pc:spChg>
        <pc:spChg chg="add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32" creationId="{047BFA19-D45E-416B-A404-7AF2F3F27017}"/>
          </ac:spMkLst>
        </pc:spChg>
        <pc:spChg chg="add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33" creationId="{8E0105E7-23DB-4CF2-8258-FF47C7620F6E}"/>
          </ac:spMkLst>
        </pc:spChg>
        <pc:spChg chg="add">
          <ac:chgData name="Vadim Nikitaev" userId="ac4409ddac901ccf" providerId="Windows Live" clId="Web-{4B3C5D5C-8705-742E-F887-0AE85E412B9F}" dt="2024-12-07T12:04:21.277" v="262"/>
          <ac:spMkLst>
            <pc:docMk/>
            <pc:sldMk cId="997918465" sldId="263"/>
            <ac:spMk id="34" creationId="{074B4F7D-14B2-478B-8BF5-01E4E0C5D263}"/>
          </ac:spMkLst>
        </pc:spChg>
      </pc:sldChg>
      <pc:sldChg chg="addSp modSp new mod setBg">
        <pc:chgData name="Vadim Nikitaev" userId="ac4409ddac901ccf" providerId="Windows Live" clId="Web-{4B3C5D5C-8705-742E-F887-0AE85E412B9F}" dt="2024-12-07T12:23:41.754" v="278"/>
        <pc:sldMkLst>
          <pc:docMk/>
          <pc:sldMk cId="3503780224" sldId="264"/>
        </pc:sldMkLst>
        <pc:spChg chg="mod">
          <ac:chgData name="Vadim Nikitaev" userId="ac4409ddac901ccf" providerId="Windows Live" clId="Web-{4B3C5D5C-8705-742E-F887-0AE85E412B9F}" dt="2024-12-07T12:23:41.754" v="278"/>
          <ac:spMkLst>
            <pc:docMk/>
            <pc:sldMk cId="3503780224" sldId="264"/>
            <ac:spMk id="2" creationId="{422E5842-D86A-3180-8286-1D6AF54F46D9}"/>
          </ac:spMkLst>
        </pc:spChg>
        <pc:spChg chg="mod">
          <ac:chgData name="Vadim Nikitaev" userId="ac4409ddac901ccf" providerId="Windows Live" clId="Web-{4B3C5D5C-8705-742E-F887-0AE85E412B9F}" dt="2024-12-07T12:23:41.754" v="278"/>
          <ac:spMkLst>
            <pc:docMk/>
            <pc:sldMk cId="3503780224" sldId="264"/>
            <ac:spMk id="3" creationId="{5A2ABD91-0DAE-DB02-5104-7020A8E8F5A1}"/>
          </ac:spMkLst>
        </pc:spChg>
        <pc:spChg chg="add">
          <ac:chgData name="Vadim Nikitaev" userId="ac4409ddac901ccf" providerId="Windows Live" clId="Web-{4B3C5D5C-8705-742E-F887-0AE85E412B9F}" dt="2024-12-07T12:23:41.754" v="278"/>
          <ac:spMkLst>
            <pc:docMk/>
            <pc:sldMk cId="3503780224" sldId="264"/>
            <ac:spMk id="8" creationId="{1BB867FF-FC45-48F7-8104-F89BE54909F1}"/>
          </ac:spMkLst>
        </pc:spChg>
        <pc:spChg chg="add">
          <ac:chgData name="Vadim Nikitaev" userId="ac4409ddac901ccf" providerId="Windows Live" clId="Web-{4B3C5D5C-8705-742E-F887-0AE85E412B9F}" dt="2024-12-07T12:23:41.754" v="278"/>
          <ac:spMkLst>
            <pc:docMk/>
            <pc:sldMk cId="3503780224" sldId="264"/>
            <ac:spMk id="10" creationId="{8BB56887-D0D5-4F0C-9E19-7247EB83C8B7}"/>
          </ac:spMkLst>
        </pc:spChg>
        <pc:spChg chg="add">
          <ac:chgData name="Vadim Nikitaev" userId="ac4409ddac901ccf" providerId="Windows Live" clId="Web-{4B3C5D5C-8705-742E-F887-0AE85E412B9F}" dt="2024-12-07T12:23:41.754" v="278"/>
          <ac:spMkLst>
            <pc:docMk/>
            <pc:sldMk cId="3503780224" sldId="264"/>
            <ac:spMk id="12" creationId="{081E4A58-353D-44AE-B2FC-2A74E2E400F7}"/>
          </ac:spMkLst>
        </pc:spChg>
      </pc:sldChg>
      <pc:sldChg chg="new">
        <pc:chgData name="Vadim Nikitaev" userId="ac4409ddac901ccf" providerId="Windows Live" clId="Web-{4B3C5D5C-8705-742E-F887-0AE85E412B9F}" dt="2024-12-07T12:22:03.262" v="264"/>
        <pc:sldMkLst>
          <pc:docMk/>
          <pc:sldMk cId="4265605182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15233-BAF9-4588-8A63-5A4ED5D9509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F4CA64-1869-4A68-BEA9-8398E7EED99F}">
      <dgm:prSet/>
      <dgm:spPr/>
      <dgm:t>
        <a:bodyPr/>
        <a:lstStyle/>
        <a:p>
          <a:r>
            <a:rPr lang="ru-RU" b="1" dirty="0"/>
            <a:t>Глобальная сеть дата-центров</a:t>
          </a:r>
          <a:endParaRPr lang="en-US" dirty="0"/>
        </a:p>
      </dgm:t>
    </dgm:pt>
    <dgm:pt modelId="{FD43C16A-871A-49CE-9D75-1F9BC825C578}" type="parTrans" cxnId="{9546F764-B09F-41F3-A6E0-646A279CD44F}">
      <dgm:prSet/>
      <dgm:spPr/>
      <dgm:t>
        <a:bodyPr/>
        <a:lstStyle/>
        <a:p>
          <a:endParaRPr lang="en-US"/>
        </a:p>
      </dgm:t>
    </dgm:pt>
    <dgm:pt modelId="{F95F0B00-FE2B-4224-9CD7-C8E37ECBE0D2}" type="sibTrans" cxnId="{9546F764-B09F-41F3-A6E0-646A279CD44F}">
      <dgm:prSet/>
      <dgm:spPr/>
      <dgm:t>
        <a:bodyPr/>
        <a:lstStyle/>
        <a:p>
          <a:endParaRPr lang="en-US"/>
        </a:p>
      </dgm:t>
    </dgm:pt>
    <dgm:pt modelId="{74DEE18E-8437-4147-9F01-F130BFB89223}">
      <dgm:prSet/>
      <dgm:spPr/>
      <dgm:t>
        <a:bodyPr/>
        <a:lstStyle/>
        <a:p>
          <a:r>
            <a:rPr lang="ru-RU" b="1" dirty="0"/>
            <a:t>Энергоэффективность</a:t>
          </a:r>
          <a:endParaRPr lang="en-US" dirty="0"/>
        </a:p>
      </dgm:t>
    </dgm:pt>
    <dgm:pt modelId="{AD34C7EA-9163-4907-9B76-FD5983BD0894}" type="parTrans" cxnId="{D563F967-F66E-44D8-BBAE-EDC125420E5C}">
      <dgm:prSet/>
      <dgm:spPr/>
      <dgm:t>
        <a:bodyPr/>
        <a:lstStyle/>
        <a:p>
          <a:endParaRPr lang="en-US"/>
        </a:p>
      </dgm:t>
    </dgm:pt>
    <dgm:pt modelId="{D37342CB-E2ED-4EF9-8371-26F9F689817F}" type="sibTrans" cxnId="{D563F967-F66E-44D8-BBAE-EDC125420E5C}">
      <dgm:prSet/>
      <dgm:spPr/>
      <dgm:t>
        <a:bodyPr/>
        <a:lstStyle/>
        <a:p>
          <a:endParaRPr lang="en-US"/>
        </a:p>
      </dgm:t>
    </dgm:pt>
    <dgm:pt modelId="{7F793843-F6F2-458E-94AA-38DF1BBDAA40}">
      <dgm:prSet/>
      <dgm:spPr/>
      <dgm:t>
        <a:bodyPr/>
        <a:lstStyle/>
        <a:p>
          <a:r>
            <a:rPr lang="ru-RU" b="1" dirty="0"/>
            <a:t>Безопасность</a:t>
          </a:r>
          <a:endParaRPr lang="en-US" dirty="0"/>
        </a:p>
      </dgm:t>
    </dgm:pt>
    <dgm:pt modelId="{F24FCE23-A968-40F6-9F9F-4F24709C3B30}" type="parTrans" cxnId="{29623FA6-C074-464E-8D3B-1431D13A2F5D}">
      <dgm:prSet/>
      <dgm:spPr/>
      <dgm:t>
        <a:bodyPr/>
        <a:lstStyle/>
        <a:p>
          <a:endParaRPr lang="en-US"/>
        </a:p>
      </dgm:t>
    </dgm:pt>
    <dgm:pt modelId="{07A93CB5-D769-4741-9221-55B867B71FDB}" type="sibTrans" cxnId="{29623FA6-C074-464E-8D3B-1431D13A2F5D}">
      <dgm:prSet/>
      <dgm:spPr/>
      <dgm:t>
        <a:bodyPr/>
        <a:lstStyle/>
        <a:p>
          <a:endParaRPr lang="en-US"/>
        </a:p>
      </dgm:t>
    </dgm:pt>
    <dgm:pt modelId="{99F57E49-F20C-42B4-8765-DADE191DF196}" type="pres">
      <dgm:prSet presAssocID="{ACC15233-BAF9-4588-8A63-5A4ED5D9509A}" presName="vert0" presStyleCnt="0">
        <dgm:presLayoutVars>
          <dgm:dir/>
          <dgm:animOne val="branch"/>
          <dgm:animLvl val="lvl"/>
        </dgm:presLayoutVars>
      </dgm:prSet>
      <dgm:spPr/>
    </dgm:pt>
    <dgm:pt modelId="{105E3176-B91A-4694-9F3B-2A2AD2BDCA16}" type="pres">
      <dgm:prSet presAssocID="{D5F4CA64-1869-4A68-BEA9-8398E7EED99F}" presName="thickLine" presStyleLbl="alignNode1" presStyleIdx="0" presStyleCnt="3"/>
      <dgm:spPr/>
    </dgm:pt>
    <dgm:pt modelId="{830B3318-473D-4C1A-8DD0-5628F8764249}" type="pres">
      <dgm:prSet presAssocID="{D5F4CA64-1869-4A68-BEA9-8398E7EED99F}" presName="horz1" presStyleCnt="0"/>
      <dgm:spPr/>
    </dgm:pt>
    <dgm:pt modelId="{55B503F3-9BAC-4972-BA7A-9A8B9ECF886F}" type="pres">
      <dgm:prSet presAssocID="{D5F4CA64-1869-4A68-BEA9-8398E7EED99F}" presName="tx1" presStyleLbl="revTx" presStyleIdx="0" presStyleCnt="3"/>
      <dgm:spPr/>
    </dgm:pt>
    <dgm:pt modelId="{2A7F7CE5-5A6E-4754-BE96-C733A57F6106}" type="pres">
      <dgm:prSet presAssocID="{D5F4CA64-1869-4A68-BEA9-8398E7EED99F}" presName="vert1" presStyleCnt="0"/>
      <dgm:spPr/>
    </dgm:pt>
    <dgm:pt modelId="{497D53C2-4624-41DD-AA90-2B4409A40911}" type="pres">
      <dgm:prSet presAssocID="{74DEE18E-8437-4147-9F01-F130BFB89223}" presName="thickLine" presStyleLbl="alignNode1" presStyleIdx="1" presStyleCnt="3"/>
      <dgm:spPr/>
    </dgm:pt>
    <dgm:pt modelId="{B2A8CCFB-60C3-4328-9658-BF417ADAE433}" type="pres">
      <dgm:prSet presAssocID="{74DEE18E-8437-4147-9F01-F130BFB89223}" presName="horz1" presStyleCnt="0"/>
      <dgm:spPr/>
    </dgm:pt>
    <dgm:pt modelId="{B72F4F15-543B-4D9A-BE8B-3AD4A5A4D5D2}" type="pres">
      <dgm:prSet presAssocID="{74DEE18E-8437-4147-9F01-F130BFB89223}" presName="tx1" presStyleLbl="revTx" presStyleIdx="1" presStyleCnt="3"/>
      <dgm:spPr/>
    </dgm:pt>
    <dgm:pt modelId="{FB9D453D-6FA1-4A96-BDE1-2F22D6C0DAA9}" type="pres">
      <dgm:prSet presAssocID="{74DEE18E-8437-4147-9F01-F130BFB89223}" presName="vert1" presStyleCnt="0"/>
      <dgm:spPr/>
    </dgm:pt>
    <dgm:pt modelId="{9DE99485-13F5-4EB6-8D81-8F4C13BE5C78}" type="pres">
      <dgm:prSet presAssocID="{7F793843-F6F2-458E-94AA-38DF1BBDAA40}" presName="thickLine" presStyleLbl="alignNode1" presStyleIdx="2" presStyleCnt="3"/>
      <dgm:spPr/>
    </dgm:pt>
    <dgm:pt modelId="{326D66EC-39D0-4035-AEB8-0081A6248F0C}" type="pres">
      <dgm:prSet presAssocID="{7F793843-F6F2-458E-94AA-38DF1BBDAA40}" presName="horz1" presStyleCnt="0"/>
      <dgm:spPr/>
    </dgm:pt>
    <dgm:pt modelId="{09D1FE23-C9FB-4233-A453-C99549D889BF}" type="pres">
      <dgm:prSet presAssocID="{7F793843-F6F2-458E-94AA-38DF1BBDAA40}" presName="tx1" presStyleLbl="revTx" presStyleIdx="2" presStyleCnt="3"/>
      <dgm:spPr/>
    </dgm:pt>
    <dgm:pt modelId="{16055E65-E045-466E-B269-B687CF1EA341}" type="pres">
      <dgm:prSet presAssocID="{7F793843-F6F2-458E-94AA-38DF1BBDAA40}" presName="vert1" presStyleCnt="0"/>
      <dgm:spPr/>
    </dgm:pt>
  </dgm:ptLst>
  <dgm:cxnLst>
    <dgm:cxn modelId="{D1DF570F-2A80-4108-82F2-314F6F9BEEB1}" type="presOf" srcId="{7F793843-F6F2-458E-94AA-38DF1BBDAA40}" destId="{09D1FE23-C9FB-4233-A453-C99549D889BF}" srcOrd="0" destOrd="0" presId="urn:microsoft.com/office/officeart/2008/layout/LinedList"/>
    <dgm:cxn modelId="{4A2E6A27-BA8D-453F-99D3-3208F05433DE}" type="presOf" srcId="{74DEE18E-8437-4147-9F01-F130BFB89223}" destId="{B72F4F15-543B-4D9A-BE8B-3AD4A5A4D5D2}" srcOrd="0" destOrd="0" presId="urn:microsoft.com/office/officeart/2008/layout/LinedList"/>
    <dgm:cxn modelId="{9546F764-B09F-41F3-A6E0-646A279CD44F}" srcId="{ACC15233-BAF9-4588-8A63-5A4ED5D9509A}" destId="{D5F4CA64-1869-4A68-BEA9-8398E7EED99F}" srcOrd="0" destOrd="0" parTransId="{FD43C16A-871A-49CE-9D75-1F9BC825C578}" sibTransId="{F95F0B00-FE2B-4224-9CD7-C8E37ECBE0D2}"/>
    <dgm:cxn modelId="{D563F967-F66E-44D8-BBAE-EDC125420E5C}" srcId="{ACC15233-BAF9-4588-8A63-5A4ED5D9509A}" destId="{74DEE18E-8437-4147-9F01-F130BFB89223}" srcOrd="1" destOrd="0" parTransId="{AD34C7EA-9163-4907-9B76-FD5983BD0894}" sibTransId="{D37342CB-E2ED-4EF9-8371-26F9F689817F}"/>
    <dgm:cxn modelId="{F714A172-38D3-40DA-B5D0-AC00E60653E5}" type="presOf" srcId="{ACC15233-BAF9-4588-8A63-5A4ED5D9509A}" destId="{99F57E49-F20C-42B4-8765-DADE191DF196}" srcOrd="0" destOrd="0" presId="urn:microsoft.com/office/officeart/2008/layout/LinedList"/>
    <dgm:cxn modelId="{29623FA6-C074-464E-8D3B-1431D13A2F5D}" srcId="{ACC15233-BAF9-4588-8A63-5A4ED5D9509A}" destId="{7F793843-F6F2-458E-94AA-38DF1BBDAA40}" srcOrd="2" destOrd="0" parTransId="{F24FCE23-A968-40F6-9F9F-4F24709C3B30}" sibTransId="{07A93CB5-D769-4741-9221-55B867B71FDB}"/>
    <dgm:cxn modelId="{E9088AD5-80BB-4C54-BC78-051817B832FB}" type="presOf" srcId="{D5F4CA64-1869-4A68-BEA9-8398E7EED99F}" destId="{55B503F3-9BAC-4972-BA7A-9A8B9ECF886F}" srcOrd="0" destOrd="0" presId="urn:microsoft.com/office/officeart/2008/layout/LinedList"/>
    <dgm:cxn modelId="{06E77FA4-9754-49CC-8B46-33411C63234A}" type="presParOf" srcId="{99F57E49-F20C-42B4-8765-DADE191DF196}" destId="{105E3176-B91A-4694-9F3B-2A2AD2BDCA16}" srcOrd="0" destOrd="0" presId="urn:microsoft.com/office/officeart/2008/layout/LinedList"/>
    <dgm:cxn modelId="{376AF601-9E7A-436C-BF80-A9694DE291A0}" type="presParOf" srcId="{99F57E49-F20C-42B4-8765-DADE191DF196}" destId="{830B3318-473D-4C1A-8DD0-5628F8764249}" srcOrd="1" destOrd="0" presId="urn:microsoft.com/office/officeart/2008/layout/LinedList"/>
    <dgm:cxn modelId="{6F75489A-1695-4EDC-91A3-6B305B6A7684}" type="presParOf" srcId="{830B3318-473D-4C1A-8DD0-5628F8764249}" destId="{55B503F3-9BAC-4972-BA7A-9A8B9ECF886F}" srcOrd="0" destOrd="0" presId="urn:microsoft.com/office/officeart/2008/layout/LinedList"/>
    <dgm:cxn modelId="{364A7193-62CC-4154-BA36-E2D3F591754A}" type="presParOf" srcId="{830B3318-473D-4C1A-8DD0-5628F8764249}" destId="{2A7F7CE5-5A6E-4754-BE96-C733A57F6106}" srcOrd="1" destOrd="0" presId="urn:microsoft.com/office/officeart/2008/layout/LinedList"/>
    <dgm:cxn modelId="{A259A5B9-EA17-43A3-96EE-0FA9C747495F}" type="presParOf" srcId="{99F57E49-F20C-42B4-8765-DADE191DF196}" destId="{497D53C2-4624-41DD-AA90-2B4409A40911}" srcOrd="2" destOrd="0" presId="urn:microsoft.com/office/officeart/2008/layout/LinedList"/>
    <dgm:cxn modelId="{AF4FD9A3-2B66-4E8E-AD33-A6B2C5E04D4B}" type="presParOf" srcId="{99F57E49-F20C-42B4-8765-DADE191DF196}" destId="{B2A8CCFB-60C3-4328-9658-BF417ADAE433}" srcOrd="3" destOrd="0" presId="urn:microsoft.com/office/officeart/2008/layout/LinedList"/>
    <dgm:cxn modelId="{1C0BD75D-4ECF-4859-98C2-976A1D7C0F46}" type="presParOf" srcId="{B2A8CCFB-60C3-4328-9658-BF417ADAE433}" destId="{B72F4F15-543B-4D9A-BE8B-3AD4A5A4D5D2}" srcOrd="0" destOrd="0" presId="urn:microsoft.com/office/officeart/2008/layout/LinedList"/>
    <dgm:cxn modelId="{B3274E84-4FC0-45FC-B517-3AD2B53C9A38}" type="presParOf" srcId="{B2A8CCFB-60C3-4328-9658-BF417ADAE433}" destId="{FB9D453D-6FA1-4A96-BDE1-2F22D6C0DAA9}" srcOrd="1" destOrd="0" presId="urn:microsoft.com/office/officeart/2008/layout/LinedList"/>
    <dgm:cxn modelId="{67517C80-4391-4ECA-AF96-B4B17AAEB93F}" type="presParOf" srcId="{99F57E49-F20C-42B4-8765-DADE191DF196}" destId="{9DE99485-13F5-4EB6-8D81-8F4C13BE5C78}" srcOrd="4" destOrd="0" presId="urn:microsoft.com/office/officeart/2008/layout/LinedList"/>
    <dgm:cxn modelId="{2DD78005-062D-4507-88DB-04D669CA2A06}" type="presParOf" srcId="{99F57E49-F20C-42B4-8765-DADE191DF196}" destId="{326D66EC-39D0-4035-AEB8-0081A6248F0C}" srcOrd="5" destOrd="0" presId="urn:microsoft.com/office/officeart/2008/layout/LinedList"/>
    <dgm:cxn modelId="{12790461-E50D-4850-84DD-88464A73F32B}" type="presParOf" srcId="{326D66EC-39D0-4035-AEB8-0081A6248F0C}" destId="{09D1FE23-C9FB-4233-A453-C99549D889BF}" srcOrd="0" destOrd="0" presId="urn:microsoft.com/office/officeart/2008/layout/LinedList"/>
    <dgm:cxn modelId="{5A08F172-8166-433E-94DF-9EEFD0816E93}" type="presParOf" srcId="{326D66EC-39D0-4035-AEB8-0081A6248F0C}" destId="{16055E65-E045-466E-B269-B687CF1EA3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E3176-B91A-4694-9F3B-2A2AD2BDCA16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503F3-9BAC-4972-BA7A-9A8B9ECF886F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/>
            <a:t>Глобальная сеть дата-центров</a:t>
          </a:r>
          <a:endParaRPr lang="en-US" sz="4700" kern="1200" dirty="0"/>
        </a:p>
      </dsp:txBody>
      <dsp:txXfrm>
        <a:off x="0" y="2703"/>
        <a:ext cx="6900512" cy="1843578"/>
      </dsp:txXfrm>
    </dsp:sp>
    <dsp:sp modelId="{497D53C2-4624-41DD-AA90-2B4409A4091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F4F15-543B-4D9A-BE8B-3AD4A5A4D5D2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/>
            <a:t>Энергоэффективность</a:t>
          </a:r>
          <a:endParaRPr lang="en-US" sz="4700" kern="1200" dirty="0"/>
        </a:p>
      </dsp:txBody>
      <dsp:txXfrm>
        <a:off x="0" y="1846281"/>
        <a:ext cx="6900512" cy="1843578"/>
      </dsp:txXfrm>
    </dsp:sp>
    <dsp:sp modelId="{9DE99485-13F5-4EB6-8D81-8F4C13BE5C78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1FE23-C9FB-4233-A453-C99549D889BF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700" b="1" kern="1200" dirty="0"/>
            <a:t>Безопасность</a:t>
          </a:r>
          <a:endParaRPr lang="en-US" sz="4700" kern="1200" dirty="0"/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Архитектура облачных систем: от дата-центров до виртуализации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F9508-D8F7-AE2F-9636-156F55DF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>
                <a:latin typeface="Times New Roman"/>
                <a:cs typeface="Times New Roman"/>
              </a:rPr>
              <a:t>Введение в архитектуру облаков </a:t>
            </a:r>
            <a:endParaRPr lang="ru-RU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EBBBC6-A3E3-C0AE-A0C3-A672BDBF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700" b="1">
                <a:latin typeface="Times New Roman"/>
                <a:cs typeface="Times New Roman"/>
              </a:rPr>
              <a:t>Цель раздела:</a:t>
            </a:r>
            <a:r>
              <a:rPr lang="ru-RU" sz="1700">
                <a:latin typeface="Times New Roman"/>
                <a:cs typeface="Times New Roman"/>
              </a:rPr>
              <a:t> Понять, что такое архитектура облака, зачем она нужна и какие ключевые компоненты составляют облачные системы</a:t>
            </a:r>
          </a:p>
          <a:p>
            <a:pPr marL="0" indent="0">
              <a:buNone/>
            </a:pPr>
            <a:endParaRPr lang="ru-RU" sz="1700">
              <a:latin typeface="Times New Roman"/>
              <a:cs typeface="Times New Roman"/>
            </a:endParaRPr>
          </a:p>
          <a:p>
            <a:r>
              <a:rPr lang="ru-RU" sz="1700" b="1">
                <a:latin typeface="Times New Roman"/>
                <a:cs typeface="Times New Roman"/>
              </a:rPr>
              <a:t>Что такое облачная архитектура?</a:t>
            </a:r>
            <a:endParaRPr lang="ru-RU" sz="1700">
              <a:latin typeface="Times New Roman"/>
              <a:cs typeface="Times New Roman"/>
            </a:endParaRPr>
          </a:p>
          <a:p>
            <a:r>
              <a:rPr lang="ru-RU" sz="1700">
                <a:latin typeface="Times New Roman"/>
                <a:cs typeface="Times New Roman"/>
              </a:rPr>
              <a:t>Облачная архитектура представляет собой структуру, включающую в себя все компоненты, которые необходимы для предоставления облачных сервисов: физические ресурсы, виртуализация, сетевые технологии, хранилища данных и программное обеспечение. Это совокупность взаимосвязанных элементов, которые обеспечивают работу облачных приложений и сервисов</a:t>
            </a:r>
          </a:p>
          <a:p>
            <a:endParaRPr lang="ru-RU" sz="1700">
              <a:latin typeface="Times New Roman"/>
              <a:cs typeface="Times New Roman"/>
            </a:endParaRPr>
          </a:p>
          <a:p>
            <a:r>
              <a:rPr lang="ru-RU" sz="1700" b="1">
                <a:latin typeface="Times New Roman"/>
                <a:cs typeface="Times New Roman"/>
              </a:rPr>
              <a:t>Основные задачи облачной архитектуры</a:t>
            </a:r>
            <a:endParaRPr lang="ru-RU" sz="1700">
              <a:latin typeface="Times New Roman"/>
              <a:cs typeface="Times New Roman"/>
            </a:endParaRPr>
          </a:p>
          <a:p>
            <a:r>
              <a:rPr lang="ru-RU" sz="1700">
                <a:latin typeface="Times New Roman"/>
                <a:cs typeface="Times New Roman"/>
              </a:rPr>
              <a:t>Гибкость и масштабируемость. </a:t>
            </a:r>
            <a:endParaRPr lang="ru-RU" sz="1700">
              <a:latin typeface="Aptos" panose="020B0004020202020204"/>
              <a:cs typeface="Times New Roman"/>
            </a:endParaRPr>
          </a:p>
          <a:p>
            <a:r>
              <a:rPr lang="ru-RU" sz="1700">
                <a:latin typeface="Times New Roman"/>
                <a:cs typeface="Times New Roman"/>
              </a:rPr>
              <a:t>Отказоустойчивость и высокая доступность. </a:t>
            </a:r>
          </a:p>
          <a:p>
            <a:r>
              <a:rPr lang="ru-RU" sz="1700">
                <a:latin typeface="Times New Roman"/>
                <a:cs typeface="Times New Roman"/>
              </a:rPr>
              <a:t>Безопасность данных и приложений, защита от внешних угроз.</a:t>
            </a:r>
            <a:endParaRPr lang="ru-RU" sz="1700"/>
          </a:p>
          <a:p>
            <a:endParaRPr lang="ru-RU" sz="1700" b="1">
              <a:latin typeface="Times New Roman"/>
              <a:cs typeface="Times New Roman"/>
            </a:endParaRPr>
          </a:p>
          <a:p>
            <a:endParaRPr lang="ru-RU" sz="1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946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4A487-F2F6-3E9D-E7AC-61FA7023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3400" b="1">
                <a:latin typeface="Times New Roman"/>
                <a:cs typeface="Times New Roman"/>
              </a:rPr>
              <a:t>Дата-центры и физическая инфраструктура </a:t>
            </a:r>
            <a:endParaRPr lang="ru-RU" sz="3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14FEC7-F7E3-1ACA-4E5C-8CAE948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200" dirty="0">
                <a:latin typeface="Times New Roman"/>
                <a:cs typeface="Times New Roman"/>
              </a:rPr>
              <a:t>Дата-центр — это специально оборудованное помещение, где находятся физические серверы, хранилища данных и сетевое оборудование, которые составляют основу облачных сервисов. Это место, где обрабатываются и хранятся данные, и через которое проходят все вычислительные операции в облаке</a:t>
            </a:r>
          </a:p>
          <a:p>
            <a:r>
              <a:rPr lang="ru-RU" sz="1200" b="1" dirty="0">
                <a:latin typeface="Times New Roman"/>
                <a:cs typeface="Times New Roman"/>
              </a:rPr>
              <a:t>Ключевые компоненты дата-центра:</a:t>
            </a:r>
            <a:endParaRPr lang="ru-RU" sz="1200" dirty="0">
              <a:latin typeface="Times New Roman"/>
              <a:cs typeface="Times New Roman"/>
            </a:endParaRPr>
          </a:p>
          <a:p>
            <a:pPr lvl="1"/>
            <a:r>
              <a:rPr lang="ru-RU" sz="1200" b="1">
                <a:latin typeface="Times New Roman"/>
                <a:cs typeface="Times New Roman"/>
              </a:rPr>
              <a:t>Серверы</a:t>
            </a:r>
            <a:endParaRPr lang="ru-RU" sz="1200"/>
          </a:p>
          <a:p>
            <a:pPr lvl="2">
              <a:buFont typeface="Wingdings" panose="020B0604020202020204" pitchFamily="34" charset="0"/>
              <a:buChar char="§"/>
            </a:pPr>
            <a:r>
              <a:rPr lang="ru-RU" sz="1200">
                <a:latin typeface="Times New Roman"/>
                <a:cs typeface="Times New Roman"/>
              </a:rPr>
              <a:t>Серверы — это устройства, которые выполняют вычисления, хранение данных и другие задачи в облаке.</a:t>
            </a:r>
          </a:p>
          <a:p>
            <a:pPr lvl="1"/>
            <a:r>
              <a:rPr lang="ru-RU" sz="1200" b="1">
                <a:latin typeface="Times New Roman"/>
                <a:cs typeface="Times New Roman"/>
              </a:rPr>
              <a:t>Сетевое оборудование</a:t>
            </a:r>
            <a:endParaRPr lang="ru-RU" sz="1200"/>
          </a:p>
          <a:p>
            <a:pPr lvl="2">
              <a:buFont typeface="Wingdings" panose="020B0604020202020204" pitchFamily="34" charset="0"/>
              <a:buChar char="§"/>
            </a:pPr>
            <a:r>
              <a:rPr lang="ru-RU" sz="1200">
                <a:latin typeface="Times New Roman"/>
                <a:cs typeface="Times New Roman"/>
              </a:rPr>
              <a:t>Сетевое оборудование включает в себя маршрутизаторы, коммутаторы и балансировщики нагрузки, которые обеспечивают связь между серверными компонентами и внешними пользователями.</a:t>
            </a:r>
            <a:endParaRPr lang="ru-RU" sz="1200">
              <a:latin typeface="Aptos" panose="020B0004020202020204"/>
              <a:cs typeface="Times New Roman"/>
            </a:endParaRPr>
          </a:p>
          <a:p>
            <a:pPr lvl="1"/>
            <a:r>
              <a:rPr lang="ru-RU" sz="1200" b="1" dirty="0">
                <a:latin typeface="Times New Roman"/>
                <a:cs typeface="Times New Roman"/>
              </a:rPr>
              <a:t>Хранилища данных</a:t>
            </a:r>
            <a:endParaRPr lang="ru-RU" sz="1200"/>
          </a:p>
          <a:p>
            <a:pPr lvl="2">
              <a:buFont typeface="Wingdings" panose="020B0604020202020204" pitchFamily="34" charset="0"/>
              <a:buChar char="§"/>
            </a:pPr>
            <a:r>
              <a:rPr lang="ru-RU" sz="1200">
                <a:latin typeface="Times New Roman"/>
                <a:cs typeface="Times New Roman"/>
              </a:rPr>
              <a:t>Хранилища данных обеспечивают долгосрочное хранение больших объемов информации. </a:t>
            </a:r>
          </a:p>
          <a:p>
            <a:pPr lvl="1"/>
            <a:r>
              <a:rPr lang="ru-RU" sz="1200" b="1">
                <a:latin typeface="Times New Roman"/>
                <a:cs typeface="Times New Roman"/>
              </a:rPr>
              <a:t>Системы охлаждения и электропитания</a:t>
            </a:r>
            <a:endParaRPr lang="ru-RU" sz="1200"/>
          </a:p>
          <a:p>
            <a:pPr lvl="2">
              <a:buFont typeface="Wingdings" panose="020B0604020202020204" pitchFamily="34" charset="0"/>
              <a:buChar char="§"/>
            </a:pPr>
            <a:r>
              <a:rPr lang="ru-RU" sz="1200">
                <a:latin typeface="Times New Roman"/>
                <a:cs typeface="Times New Roman"/>
              </a:rPr>
              <a:t>В дата-центре используется система охлаждения для поддержания оптимальной температуры оборудования.</a:t>
            </a:r>
          </a:p>
          <a:p>
            <a:pPr lvl="1"/>
            <a:r>
              <a:rPr lang="ru-RU" sz="1200" b="1">
                <a:latin typeface="Times New Roman"/>
                <a:cs typeface="Times New Roman"/>
              </a:rPr>
              <a:t>Резервирование и дублирование</a:t>
            </a:r>
            <a:endParaRPr lang="ru-RU" sz="1200"/>
          </a:p>
          <a:p>
            <a:pPr lvl="2">
              <a:buFont typeface="Wingdings" panose="020B0604020202020204" pitchFamily="34" charset="0"/>
              <a:buChar char="§"/>
            </a:pPr>
            <a:r>
              <a:rPr lang="ru-RU" sz="1200">
                <a:latin typeface="Times New Roman"/>
                <a:cs typeface="Times New Roman"/>
              </a:rPr>
              <a:t>Для обеспечения отказоустойчивости в дата-центре внедряются технологии резервирования и дублирования: например, несколько копий данных хранятся на разных физических устройствах, чтобы в случае отказа одного из них информация оставалась доступной.</a:t>
            </a:r>
            <a:endParaRPr lang="ru-RU" sz="1200"/>
          </a:p>
          <a:p>
            <a:pPr lvl="1"/>
            <a:endParaRPr lang="ru-RU"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132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D3917-DED7-8F94-391C-EA9D89DE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ru-RU" sz="4200" b="1">
                <a:latin typeface="Times New Roman"/>
                <a:cs typeface="Times New Roman"/>
              </a:rPr>
              <a:t>Особенности дата-центров в облачных сервисах</a:t>
            </a:r>
            <a:endParaRPr lang="ru-RU" sz="42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DADE315B-5293-DA17-0C72-834C87DA0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14673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68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7046-37B6-1648-7D89-9D56B39A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r>
              <a:rPr lang="ru-RU" sz="5200" b="1">
                <a:latin typeface="Times New Roman"/>
                <a:cs typeface="Times New Roman"/>
              </a:rPr>
              <a:t>Виртуализация и гипервизоры </a:t>
            </a:r>
            <a:endParaRPr lang="ru-RU" sz="520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C6DDD0-5280-0FA9-D12A-7D21E67E2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000">
                <a:latin typeface="Times New Roman"/>
                <a:cs typeface="Times New Roman"/>
              </a:rPr>
              <a:t>Виртуализация — это технология, которая позволяет создать несколько виртуальных машин (VM) на одном физическом сервере. Каждая виртуальная машина работает как отдельный сервер, с собственными операционными системами и приложениями, при этом все они используют общий набор физических ресурсов, таких как процессор, память и хранилище.</a:t>
            </a:r>
            <a:endParaRPr lang="ru-RU" sz="2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093B5B-B93F-0D54-48F9-5B4A66631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89154" y="2398626"/>
            <a:ext cx="5164645" cy="37304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400" b="1">
                <a:latin typeface="Times New Roman"/>
                <a:cs typeface="Times New Roman"/>
              </a:rPr>
              <a:t>Роль гипервизора</a:t>
            </a:r>
          </a:p>
          <a:p>
            <a:r>
              <a:rPr lang="ru-RU" sz="1400">
                <a:latin typeface="Times New Roman"/>
                <a:cs typeface="Times New Roman"/>
              </a:rPr>
              <a:t>Гипервизор — это программное обеспечение, которое управляет виртуализацией, создавая и контролируя виртуальные машины. Он отвечает за выделение ресурсов, изоляцию виртуальных машин друг от друга, а также за управление их жизненным циклом</a:t>
            </a:r>
          </a:p>
          <a:p>
            <a:r>
              <a:rPr lang="ru-RU" sz="1400">
                <a:latin typeface="Times New Roman"/>
                <a:cs typeface="Times New Roman"/>
              </a:rPr>
              <a:t>Гипервизор может быть двух типов: </a:t>
            </a:r>
          </a:p>
          <a:p>
            <a:pPr lvl="1"/>
            <a:r>
              <a:rPr lang="ru-RU" sz="1400" b="1">
                <a:latin typeface="Times New Roman"/>
                <a:cs typeface="Times New Roman"/>
              </a:rPr>
              <a:t>Тип 1 (bare-metal):</a:t>
            </a:r>
            <a:r>
              <a:rPr lang="ru-RU" sz="1400">
                <a:latin typeface="Times New Roman"/>
                <a:cs typeface="Times New Roman"/>
              </a:rPr>
              <a:t> Работает непосредственно на физическом оборудовании. Это наиболее эффективный тип, так как гипервизор имеет прямой доступ к ресурсам серверов. Примером является </a:t>
            </a:r>
            <a:r>
              <a:rPr lang="ru-RU" sz="1400" b="1">
                <a:latin typeface="Times New Roman"/>
                <a:cs typeface="Times New Roman"/>
              </a:rPr>
              <a:t>VMware ESXi</a:t>
            </a:r>
            <a:r>
              <a:rPr lang="ru-RU" sz="1400">
                <a:latin typeface="Times New Roman"/>
                <a:cs typeface="Times New Roman"/>
              </a:rPr>
              <a:t>.</a:t>
            </a:r>
            <a:endParaRPr lang="ru-RU" sz="1400"/>
          </a:p>
          <a:p>
            <a:pPr lvl="1"/>
            <a:r>
              <a:rPr lang="ru-RU" sz="1400" b="1">
                <a:latin typeface="Times New Roman"/>
                <a:cs typeface="Times New Roman"/>
              </a:rPr>
              <a:t>Тип 2 (hosted):</a:t>
            </a:r>
            <a:r>
              <a:rPr lang="ru-RU" sz="1400">
                <a:latin typeface="Times New Roman"/>
                <a:cs typeface="Times New Roman"/>
              </a:rPr>
              <a:t> Работает как приложение в операционной системе. Такой гипервизор менее эффективен, так как зависит от ресурсов основной ОС. Примером является </a:t>
            </a:r>
            <a:r>
              <a:rPr lang="ru-RU" sz="1400" b="1">
                <a:latin typeface="Times New Roman"/>
                <a:cs typeface="Times New Roman"/>
              </a:rPr>
              <a:t>VirtualBox</a:t>
            </a:r>
            <a:r>
              <a:rPr lang="ru-RU" sz="1400">
                <a:latin typeface="Times New Roman"/>
                <a:cs typeface="Times New Roman"/>
              </a:rPr>
              <a:t>.</a:t>
            </a:r>
            <a:endParaRPr lang="ru-RU" sz="1400"/>
          </a:p>
          <a:p>
            <a:pPr lvl="1"/>
            <a:endParaRPr lang="ru-RU" sz="1400">
              <a:latin typeface="Times New Roman"/>
              <a:cs typeface="Times New Roman"/>
            </a:endParaRPr>
          </a:p>
          <a:p>
            <a:endParaRPr lang="ru-RU"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629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09A4D1-7097-5602-4791-22CA927D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>
                <a:latin typeface="Times New Roman"/>
                <a:cs typeface="Times New Roman"/>
              </a:rPr>
              <a:t>Сетевые технологии в облаке </a:t>
            </a:r>
            <a:endParaRPr lang="ru-RU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8A7C1-D4DD-DC08-FF13-863E96495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400">
                <a:latin typeface="Times New Roman"/>
                <a:cs typeface="Times New Roman"/>
              </a:rPr>
              <a:t>Сетевые технологии в облаке играют ключевую роль в обеспечении связи между различными компонентами инфраструктуры: серверами, хранилищами данных и конечными пользователями. Они обеспечивают передачу данных, управление трафиком, защиту от атак и минимизацию задержек.</a:t>
            </a:r>
            <a:endParaRPr lang="ru-RU" sz="1400"/>
          </a:p>
          <a:p>
            <a:endParaRPr lang="ru-RU" sz="1400">
              <a:latin typeface="Times New Roman"/>
              <a:cs typeface="Times New Roman"/>
            </a:endParaRPr>
          </a:p>
          <a:p>
            <a:r>
              <a:rPr lang="ru-RU" sz="1400" b="1">
                <a:latin typeface="Times New Roman"/>
                <a:cs typeface="Times New Roman"/>
              </a:rPr>
              <a:t>Виртуальные частные сети (VPC — Virtual Private Cloud):</a:t>
            </a:r>
          </a:p>
          <a:p>
            <a:pPr lvl="1"/>
            <a:r>
              <a:rPr lang="ru-RU" sz="1400">
                <a:latin typeface="Times New Roman"/>
                <a:cs typeface="Times New Roman"/>
              </a:rPr>
              <a:t>Виртуальная частная сеть позволяет создавать изолированные сети в облаке, которые могут быть настроены для определённых приложений и служб. Это как создание отдельной частной сети в публичном облаке, обеспечивающей высокий уровень безопасности и конфиденциальности данных."</a:t>
            </a:r>
            <a:endParaRPr lang="ru-RU" sz="1400"/>
          </a:p>
          <a:p>
            <a:r>
              <a:rPr lang="ru-RU" sz="1400" b="1">
                <a:latin typeface="Times New Roman"/>
                <a:cs typeface="Times New Roman"/>
              </a:rPr>
              <a:t>Балансировщики нагрузки (Load Balancers):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Балансировщик нагрузки — это компонент, который распределяет входящий трафик между несколькими серверами или виртуальными машинами, обеспечивая высокую доступность и отказоустойчивость.</a:t>
            </a:r>
            <a:endParaRPr lang="ru-RU" sz="1400"/>
          </a:p>
          <a:p>
            <a:r>
              <a:rPr lang="ru-RU" sz="1400" b="1">
                <a:latin typeface="Times New Roman"/>
                <a:cs typeface="Times New Roman"/>
              </a:rPr>
              <a:t>Механизмы управления трафиком: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В облаке существуют инструменты для мониторинга и управления трафиком, такие как </a:t>
            </a:r>
            <a:r>
              <a:rPr lang="ru-RU" sz="1400" b="1">
                <a:latin typeface="Times New Roman"/>
                <a:cs typeface="Times New Roman"/>
              </a:rPr>
              <a:t>Content Delivery Networks (CDN)</a:t>
            </a:r>
            <a:r>
              <a:rPr lang="ru-RU" sz="1400">
                <a:latin typeface="Times New Roman"/>
                <a:cs typeface="Times New Roman"/>
              </a:rPr>
              <a:t> и </a:t>
            </a:r>
            <a:r>
              <a:rPr lang="ru-RU" sz="1400" b="1">
                <a:latin typeface="Times New Roman"/>
                <a:cs typeface="Times New Roman"/>
              </a:rPr>
              <a:t>firewall</a:t>
            </a:r>
            <a:r>
              <a:rPr lang="ru-RU" sz="1400">
                <a:latin typeface="Times New Roman"/>
                <a:cs typeface="Times New Roman"/>
              </a:rPr>
              <a:t>-системы. Эти инструменты помогают повысить скорость передачи данных и защитить инфраструктуру от DDoS-атак.</a:t>
            </a:r>
            <a:endParaRPr lang="ru-RU" sz="1400"/>
          </a:p>
          <a:p>
            <a:r>
              <a:rPr lang="ru-RU" sz="1400" b="1">
                <a:latin typeface="Times New Roman"/>
                <a:cs typeface="Times New Roman"/>
              </a:rPr>
              <a:t>Сетевые сервисы для обеспечения безопасности: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Сетевые технологии облака также включают сервисы для обеспечения безопасности, такие как виртуальные частные сети (VPN), брандмауэры и системы защиты от атак.</a:t>
            </a:r>
            <a:endParaRPr lang="ru-RU" sz="1400"/>
          </a:p>
          <a:p>
            <a:pPr lvl="1"/>
            <a:endParaRPr lang="ru-RU" sz="1400">
              <a:latin typeface="Times New Roman"/>
              <a:cs typeface="Times New Roman"/>
            </a:endParaRPr>
          </a:p>
          <a:p>
            <a:endParaRPr lang="ru-RU" sz="1400">
              <a:latin typeface="Times New Roman"/>
              <a:cs typeface="Times New Roman"/>
            </a:endParaRPr>
          </a:p>
          <a:p>
            <a:endParaRPr lang="ru-RU"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7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E8635-552E-7A32-77F0-902F93AD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200" b="1">
                <a:latin typeface="Times New Roman"/>
                <a:cs typeface="Times New Roman"/>
              </a:rPr>
              <a:t>Как сетевые технологии влияют на производительность и безопасность?</a:t>
            </a:r>
            <a:endParaRPr lang="ru-RU" sz="4200"/>
          </a:p>
          <a:p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E6203-7A34-61AF-7C4B-F2A6FF113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AutoNum type="arabicPeriod"/>
            </a:pPr>
            <a:r>
              <a:rPr lang="ru-RU" sz="2200" b="1">
                <a:latin typeface="Times New Roman"/>
                <a:cs typeface="Times New Roman"/>
              </a:rPr>
              <a:t>Производительность:</a:t>
            </a:r>
            <a:endParaRPr lang="ru-RU" sz="2200"/>
          </a:p>
          <a:p>
            <a:pPr marL="457200" lvl="1" indent="0">
              <a:buNone/>
            </a:pPr>
            <a:r>
              <a:rPr lang="ru-RU" sz="2200">
                <a:latin typeface="Times New Roman"/>
                <a:cs typeface="Times New Roman"/>
              </a:rPr>
              <a:t>Сетевые технологии облака обеспечивают оптимизацию передачи данных, минимизацию задержек и высокую пропускную способность, что критически важно для приложений, работающих с большими объемами данных в реальном времени.</a:t>
            </a:r>
            <a:endParaRPr lang="ru-RU" sz="2200"/>
          </a:p>
          <a:p>
            <a:pPr>
              <a:buAutoNum type="arabicPeriod"/>
            </a:pPr>
            <a:r>
              <a:rPr lang="ru-RU" sz="2200" b="1">
                <a:latin typeface="Times New Roman"/>
                <a:cs typeface="Times New Roman"/>
              </a:rPr>
              <a:t>Безопасность:</a:t>
            </a:r>
            <a:endParaRPr lang="ru-RU" sz="2200"/>
          </a:p>
          <a:p>
            <a:pPr marL="457200" lvl="1" indent="0">
              <a:buNone/>
            </a:pPr>
            <a:r>
              <a:rPr lang="ru-RU" sz="2200">
                <a:latin typeface="Times New Roman"/>
                <a:cs typeface="Times New Roman"/>
              </a:rPr>
              <a:t>Сетевые технологии помогают изолировать данные и приложения от внешних угроз. Создание VPC, использование VPN, а также брандмауэров и систем защиты позволяют минимизировать риски утечек данных и атак.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213549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55B46-D4D9-B91C-D941-348A88A6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 b="1">
                <a:latin typeface="Times New Roman"/>
                <a:cs typeface="Times New Roman"/>
              </a:rPr>
              <a:t>Хранилище данных и базы данных </a:t>
            </a:r>
            <a:endParaRPr lang="ru-RU" sz="4000"/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B86F2-E712-92BB-3E90-AD0322835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1200" b="1" dirty="0">
                <a:latin typeface="Times New Roman"/>
                <a:cs typeface="Times New Roman"/>
              </a:rPr>
              <a:t>Что такое хранилище данных в облаке?</a:t>
            </a:r>
            <a:endParaRPr lang="ru-RU" sz="1200"/>
          </a:p>
          <a:p>
            <a:pPr marL="0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Хранилище данных в облаке — это система для хранения больших объемов информации, доступная через интернет. Это может быть как объектное хранилище, так и блочное или файловое хранилище, в зависимости от типа данных и требований к доступности и производительности.</a:t>
            </a:r>
            <a:endParaRPr lang="ru-RU" sz="1200"/>
          </a:p>
          <a:p>
            <a:pPr marL="0" indent="0">
              <a:buNone/>
            </a:pPr>
            <a:r>
              <a:rPr lang="ru-RU" sz="1200" b="1" dirty="0">
                <a:latin typeface="Times New Roman"/>
                <a:cs typeface="Times New Roman"/>
              </a:rPr>
              <a:t>Типы хранилищ данных в облаке:</a:t>
            </a:r>
            <a:endParaRPr lang="ru-RU" sz="12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r>
              <a:rPr lang="ru-RU" sz="1200" b="1">
                <a:latin typeface="Times New Roman"/>
                <a:cs typeface="Times New Roman"/>
              </a:rPr>
              <a:t>Объектное хранилище:</a:t>
            </a:r>
            <a:endParaRPr lang="ru-RU" sz="1200"/>
          </a:p>
          <a:p>
            <a:pPr marL="914400" lvl="2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Объектное хранилище (например, Amazon S3 или Google </a:t>
            </a:r>
            <a:r>
              <a:rPr lang="ru-RU" sz="1200">
                <a:latin typeface="Times New Roman"/>
                <a:cs typeface="Times New Roman"/>
              </a:rPr>
              <a:t>Cloud</a:t>
            </a:r>
            <a:r>
              <a:rPr lang="ru-RU" sz="1200" dirty="0">
                <a:latin typeface="Times New Roman"/>
                <a:cs typeface="Times New Roman"/>
              </a:rPr>
              <a:t> Storage) используется для хранения неструктурированных данных, таких как изображения, видео, резервные копии и журналы. Эти данные хранятся в виде объектов, которые могут быть легко масштабируемыми и доступны по уникальному ключу.</a:t>
            </a:r>
            <a:endParaRPr lang="ru-RU" sz="1200" dirty="0"/>
          </a:p>
          <a:p>
            <a:pPr marL="457200" lvl="1" indent="0">
              <a:buNone/>
            </a:pPr>
            <a:r>
              <a:rPr lang="ru-RU" sz="1200" b="1" dirty="0">
                <a:latin typeface="Times New Roman"/>
                <a:cs typeface="Times New Roman"/>
              </a:rPr>
              <a:t>Блочное хранилище:</a:t>
            </a:r>
            <a:endParaRPr lang="ru-RU" sz="1200" dirty="0"/>
          </a:p>
          <a:p>
            <a:pPr marL="914400" lvl="2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Блочное хранилище (например, Amazon EBS) предоставляет виртуальные диски, которые могут быть использованы для хранения данных, как на обычных жёстких дисках. Блочное хранилище используется для приложений, требующих высокоскоростного доступа к данным.</a:t>
            </a:r>
            <a:endParaRPr lang="ru-RU" sz="1200" dirty="0"/>
          </a:p>
          <a:p>
            <a:pPr marL="457200" lvl="1" indent="0">
              <a:buNone/>
            </a:pPr>
            <a:r>
              <a:rPr lang="ru-RU" sz="1200" b="1">
                <a:latin typeface="Times New Roman"/>
                <a:cs typeface="Times New Roman"/>
              </a:rPr>
              <a:t>Файловое хранилище:</a:t>
            </a:r>
            <a:endParaRPr lang="ru-RU" sz="1200"/>
          </a:p>
          <a:p>
            <a:pPr marL="914400" lvl="2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Файловое хранилище (например, Amazon EFS) позволяет хранить данные в виде файлов и папок, аналогично традиционным файловым системам, и использовать их в распределённых приложениях.</a:t>
            </a:r>
            <a:endParaRPr lang="ru-RU" sz="1200" dirty="0"/>
          </a:p>
          <a:p>
            <a:pPr lvl="1"/>
            <a:endParaRPr lang="ru-RU" sz="1200">
              <a:latin typeface="Times New Roman"/>
              <a:cs typeface="Times New Roman"/>
            </a:endParaRPr>
          </a:p>
          <a:p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997918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E5842-D86A-3180-8286-1D6AF54F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>
                <a:latin typeface="Times New Roman"/>
                <a:cs typeface="Times New Roman"/>
              </a:rPr>
              <a:t>Базы данных в облаке</a:t>
            </a:r>
            <a:endParaRPr lang="ru-RU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2ABD91-0DAE-DB02-5104-7020A8E8F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700">
                <a:latin typeface="Times New Roman"/>
                <a:cs typeface="Times New Roman"/>
              </a:rPr>
              <a:t>Облачные базы данных — это сервисы, предоставляющие хранимые данные в структурированном виде. Они могут быть как реляционными, так и нереляционными</a:t>
            </a:r>
          </a:p>
          <a:p>
            <a:r>
              <a:rPr lang="ru-RU" sz="1700" b="1">
                <a:latin typeface="Times New Roman"/>
                <a:cs typeface="Times New Roman"/>
              </a:rPr>
              <a:t>Реляционные базы данных:</a:t>
            </a:r>
            <a:endParaRPr lang="ru-RU" sz="1700">
              <a:latin typeface="Times New Roman"/>
              <a:cs typeface="Times New Roman"/>
            </a:endParaRPr>
          </a:p>
          <a:p>
            <a:pPr lvl="1"/>
            <a:r>
              <a:rPr lang="ru-RU" sz="1700">
                <a:latin typeface="Times New Roman"/>
                <a:cs typeface="Times New Roman"/>
              </a:rPr>
              <a:t>Реляционные базы данных (например, Amazon RDS, Google </a:t>
            </a:r>
            <a:r>
              <a:rPr lang="ru-RU" sz="1700" err="1">
                <a:latin typeface="Times New Roman"/>
                <a:cs typeface="Times New Roman"/>
              </a:rPr>
              <a:t>Cloud</a:t>
            </a:r>
            <a:r>
              <a:rPr lang="ru-RU" sz="1700">
                <a:latin typeface="Times New Roman"/>
                <a:cs typeface="Times New Roman"/>
              </a:rPr>
              <a:t> SQL) используют таблицы для хранения данных и поддерживают SQL-запросы. Они идеальны для транзакционных систем и структурированных данных.</a:t>
            </a:r>
            <a:endParaRPr lang="ru-RU" sz="1700"/>
          </a:p>
          <a:p>
            <a:r>
              <a:rPr lang="ru-RU" sz="1700" b="1">
                <a:latin typeface="Times New Roman"/>
                <a:cs typeface="Times New Roman"/>
              </a:rPr>
              <a:t>Нереляционные базы данных (NoSQL):</a:t>
            </a:r>
            <a:endParaRPr lang="ru-RU" sz="1700"/>
          </a:p>
          <a:p>
            <a:pPr lvl="1"/>
            <a:r>
              <a:rPr lang="ru-RU" sz="1700">
                <a:latin typeface="Times New Roman"/>
                <a:cs typeface="Times New Roman"/>
              </a:rPr>
              <a:t>Нереляционные базы данных (например, </a:t>
            </a:r>
            <a:r>
              <a:rPr lang="ru-RU" sz="1700" err="1">
                <a:latin typeface="Times New Roman"/>
                <a:cs typeface="Times New Roman"/>
              </a:rPr>
              <a:t>MongoDB</a:t>
            </a:r>
            <a:r>
              <a:rPr lang="ru-RU" sz="1700">
                <a:latin typeface="Times New Roman"/>
                <a:cs typeface="Times New Roman"/>
              </a:rPr>
              <a:t>, Amazon </a:t>
            </a:r>
            <a:r>
              <a:rPr lang="ru-RU" sz="1700" err="1">
                <a:latin typeface="Times New Roman"/>
                <a:cs typeface="Times New Roman"/>
              </a:rPr>
              <a:t>DynamoDB</a:t>
            </a:r>
            <a:r>
              <a:rPr lang="ru-RU" sz="1700">
                <a:latin typeface="Times New Roman"/>
                <a:cs typeface="Times New Roman"/>
              </a:rPr>
              <a:t>) предлагают гибкую схему и эффективны для хранения неструктурированных данных, таких как документы, графы или ключ-значение.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350378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5C908-5F0A-E752-8014-DDD21F90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ru-RU" b="1">
                <a:latin typeface="Times New Roman"/>
                <a:cs typeface="Times New Roman"/>
              </a:rPr>
              <a:t>Оркестрация и управление </a:t>
            </a:r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441F7-EA38-F293-77BC-01F65B208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200" dirty="0" err="1">
                <a:latin typeface="Times New Roman"/>
                <a:cs typeface="Times New Roman"/>
              </a:rPr>
              <a:t>Оркестрация</a:t>
            </a:r>
            <a:r>
              <a:rPr lang="ru-RU" sz="1200" dirty="0">
                <a:latin typeface="Times New Roman"/>
                <a:cs typeface="Times New Roman"/>
              </a:rPr>
              <a:t> — это процесс автоматизации развертывания, управления и масштабирования облачных ресурсов. Это как дирижер, который координирует работу различных компонентов облачной инфраструктуры, чтобы они работали слаженно и эффективно</a:t>
            </a:r>
            <a:endParaRPr lang="ru-RU" sz="1200" dirty="0"/>
          </a:p>
          <a:p>
            <a:r>
              <a:rPr lang="ru-RU" sz="1200" b="1" dirty="0">
                <a:latin typeface="Times New Roman"/>
                <a:cs typeface="Times New Roman"/>
              </a:rPr>
              <a:t>Что такое управление облачной инфраструктурой?</a:t>
            </a:r>
            <a:endParaRPr lang="ru-RU" sz="12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Управление в облаке включает в себя мониторинг, управление доступом, а также поддержание ресурсов в работоспособном состоянии. Это включает в себя управление виртуальными машинами, базами данных, хранилищами и сетями</a:t>
            </a:r>
          </a:p>
          <a:p>
            <a:endParaRPr lang="ru-RU" sz="1200" dirty="0">
              <a:latin typeface="Times New Roman"/>
              <a:cs typeface="Times New Roman"/>
            </a:endParaRPr>
          </a:p>
          <a:p>
            <a:r>
              <a:rPr lang="ru-RU" sz="1200" b="1" dirty="0">
                <a:latin typeface="Times New Roman"/>
                <a:cs typeface="Times New Roman"/>
              </a:rPr>
              <a:t>Основные инструменты для </a:t>
            </a:r>
            <a:r>
              <a:rPr lang="ru-RU" sz="1200" b="1" err="1">
                <a:latin typeface="Times New Roman"/>
                <a:cs typeface="Times New Roman"/>
              </a:rPr>
              <a:t>оркестрации</a:t>
            </a:r>
            <a:r>
              <a:rPr lang="ru-RU" sz="1200" b="1" dirty="0">
                <a:latin typeface="Times New Roman"/>
                <a:cs typeface="Times New Roman"/>
              </a:rPr>
              <a:t> и управления:</a:t>
            </a:r>
          </a:p>
          <a:p>
            <a:pPr lvl="1">
              <a:buAutoNum type="arabicPeriod"/>
            </a:pPr>
            <a:r>
              <a:rPr lang="ru-RU" sz="1200" b="1" dirty="0" err="1">
                <a:latin typeface="Times New Roman"/>
                <a:cs typeface="Times New Roman"/>
              </a:rPr>
              <a:t>Kubernetes</a:t>
            </a:r>
            <a:r>
              <a:rPr lang="ru-RU" sz="1200" b="1" dirty="0">
                <a:latin typeface="Times New Roman"/>
                <a:cs typeface="Times New Roman"/>
              </a:rPr>
              <a:t> (для контейнеров)</a:t>
            </a:r>
          </a:p>
          <a:p>
            <a:pPr lvl="2">
              <a:buAutoNum type="arabicPeriod"/>
            </a:pPr>
            <a:endParaRPr lang="ru-RU" sz="1200" dirty="0">
              <a:latin typeface="Times New Roman"/>
              <a:cs typeface="Times New Roman"/>
            </a:endParaRPr>
          </a:p>
          <a:p>
            <a:pPr lvl="1">
              <a:buAutoNum type="arabicPeriod"/>
            </a:pPr>
            <a:r>
              <a:rPr lang="ru-RU" sz="1200" b="1" dirty="0" err="1">
                <a:latin typeface="Times New Roman"/>
                <a:cs typeface="Times New Roman"/>
              </a:rPr>
              <a:t>Terraform</a:t>
            </a:r>
            <a:r>
              <a:rPr lang="ru-RU" sz="1200" b="1" dirty="0">
                <a:latin typeface="Times New Roman"/>
                <a:cs typeface="Times New Roman"/>
              </a:rPr>
              <a:t> (для инфраструктуры как кода)</a:t>
            </a:r>
            <a:endParaRPr lang="ru-RU" sz="1200" dirty="0"/>
          </a:p>
          <a:p>
            <a:pPr lvl="2">
              <a:buAutoNum type="arabicPeriod"/>
            </a:pPr>
            <a:endParaRPr lang="ru-RU" sz="1200" dirty="0">
              <a:latin typeface="Times New Roman"/>
              <a:cs typeface="Times New Roman"/>
            </a:endParaRPr>
          </a:p>
          <a:p>
            <a:pPr lvl="1">
              <a:buAutoNum type="arabicPeriod"/>
            </a:pPr>
            <a:r>
              <a:rPr lang="ru-RU" sz="1200" b="1" dirty="0">
                <a:latin typeface="Times New Roman"/>
                <a:cs typeface="Times New Roman"/>
              </a:rPr>
              <a:t>AWS </a:t>
            </a:r>
            <a:r>
              <a:rPr lang="ru-RU" sz="1200" b="1" err="1">
                <a:latin typeface="Times New Roman"/>
                <a:cs typeface="Times New Roman"/>
              </a:rPr>
              <a:t>CloudFormation</a:t>
            </a:r>
            <a:endParaRPr lang="ru-RU" sz="1200" b="1" dirty="0" err="1">
              <a:latin typeface="Times New Roman"/>
              <a:cs typeface="Times New Roman"/>
            </a:endParaRPr>
          </a:p>
          <a:p>
            <a:pPr lvl="2">
              <a:buAutoNum type="arabicPeriod"/>
            </a:pPr>
            <a:endParaRPr lang="ru-RU" sz="1200" dirty="0">
              <a:latin typeface="Times New Roman"/>
              <a:cs typeface="Times New Roman"/>
            </a:endParaRPr>
          </a:p>
          <a:p>
            <a:pPr lvl="1">
              <a:buAutoNum type="arabicPeriod"/>
            </a:pPr>
            <a:r>
              <a:rPr lang="ru-RU" sz="1200" b="1" dirty="0" err="1">
                <a:latin typeface="Times New Roman"/>
                <a:cs typeface="Times New Roman"/>
              </a:rPr>
              <a:t>Ansible</a:t>
            </a:r>
            <a:r>
              <a:rPr lang="ru-RU" sz="1200" b="1" dirty="0">
                <a:latin typeface="Times New Roman"/>
                <a:cs typeface="Times New Roman"/>
              </a:rPr>
              <a:t> (для управления конфигурациями)</a:t>
            </a:r>
            <a:endParaRPr lang="ru-RU" sz="1200" dirty="0"/>
          </a:p>
          <a:p>
            <a:pPr lvl="1">
              <a:buAutoNum type="arabicPeriod"/>
            </a:pPr>
            <a:endParaRPr lang="ru-RU" sz="1200" dirty="0">
              <a:latin typeface="Times New Roman"/>
              <a:cs typeface="Times New Roman"/>
            </a:endParaRPr>
          </a:p>
          <a:p>
            <a:endParaRPr lang="ru-RU" sz="900" b="1">
              <a:latin typeface="Times New Roman"/>
              <a:cs typeface="Times New Roman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Block Arc 22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05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1BE7E-9551-B0FB-27B5-DEF68EFE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>
                <a:latin typeface="Times New Roman"/>
                <a:cs typeface="Times New Roman"/>
              </a:rPr>
              <a:t>Как </a:t>
            </a:r>
            <a:r>
              <a:rPr lang="ru-RU" b="1" err="1">
                <a:latin typeface="Times New Roman"/>
                <a:cs typeface="Times New Roman"/>
              </a:rPr>
              <a:t>оркестрация</a:t>
            </a:r>
            <a:r>
              <a:rPr lang="ru-RU" b="1">
                <a:latin typeface="Times New Roman"/>
                <a:cs typeface="Times New Roman"/>
              </a:rPr>
              <a:t> и управление помогают в облаке?</a:t>
            </a:r>
            <a:endParaRPr lang="ru-RU"/>
          </a:p>
          <a:p>
            <a:endParaRPr lang="ru-RU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F1B4AA-0A79-34B1-BBF0-70B4D56EE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700" b="1">
                <a:latin typeface="Times New Roman"/>
                <a:cs typeface="Times New Roman"/>
              </a:rPr>
              <a:t>Автоматизация процессов:</a:t>
            </a:r>
            <a:endParaRPr lang="ru-RU" sz="1700"/>
          </a:p>
          <a:p>
            <a:pPr lvl="1"/>
            <a:r>
              <a:rPr lang="ru-RU" sz="1700">
                <a:latin typeface="Times New Roman"/>
                <a:cs typeface="Times New Roman"/>
              </a:rPr>
              <a:t>Оркестрация и управление позволяют автоматизировать развертывание и управление облачными сервисами, что уменьшает ошибки, ускоряет процессы и снижает нагрузку на операционные команды.</a:t>
            </a:r>
            <a:endParaRPr lang="ru-RU" sz="1700"/>
          </a:p>
          <a:p>
            <a:r>
              <a:rPr lang="ru-RU" sz="1700" b="1">
                <a:latin typeface="Times New Roman"/>
                <a:cs typeface="Times New Roman"/>
              </a:rPr>
              <a:t>Масштабируемость:</a:t>
            </a:r>
            <a:endParaRPr lang="ru-RU" sz="1700"/>
          </a:p>
          <a:p>
            <a:pPr lvl="1"/>
            <a:r>
              <a:rPr lang="ru-RU" sz="1700" dirty="0">
                <a:latin typeface="Times New Roman"/>
                <a:cs typeface="Times New Roman"/>
              </a:rPr>
              <a:t>С помощью инструментов </a:t>
            </a:r>
            <a:r>
              <a:rPr lang="ru-RU" sz="1700" dirty="0" err="1">
                <a:latin typeface="Times New Roman"/>
                <a:cs typeface="Times New Roman"/>
              </a:rPr>
              <a:t>оркестрации</a:t>
            </a:r>
            <a:r>
              <a:rPr lang="ru-RU" sz="1700" dirty="0">
                <a:latin typeface="Times New Roman"/>
                <a:cs typeface="Times New Roman"/>
              </a:rPr>
              <a:t> можно динамично масштабировать ресурсы в ответ на изменяющиеся требования, что позволяет эффективно использовать облачные ресурсы без излишков</a:t>
            </a:r>
            <a:endParaRPr lang="ru-RU" sz="1700" dirty="0"/>
          </a:p>
          <a:p>
            <a:r>
              <a:rPr lang="ru-RU" sz="1700" b="1">
                <a:latin typeface="Times New Roman"/>
                <a:cs typeface="Times New Roman"/>
              </a:rPr>
              <a:t>Высокая доступность и отказоустойчивость:</a:t>
            </a:r>
            <a:endParaRPr lang="ru-RU" sz="1700"/>
          </a:p>
          <a:p>
            <a:pPr lvl="1"/>
            <a:r>
              <a:rPr lang="ru-RU" sz="1700">
                <a:latin typeface="Times New Roman"/>
                <a:cs typeface="Times New Roman"/>
              </a:rPr>
              <a:t>Оркестрация позволяет настраивать автоматическое восстановление сервисов в случае сбоя, обеспечивая высокую доступность и минимальные простои.</a:t>
            </a:r>
            <a:endParaRPr lang="ru-RU" sz="1700"/>
          </a:p>
          <a:p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2571529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23CB7-B66D-8FD0-21A1-4871D386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200" b="1">
                <a:latin typeface="Times New Roman"/>
                <a:cs typeface="Times New Roman"/>
              </a:rPr>
              <a:t>Масштабируемость в облачных технологиях </a:t>
            </a:r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621E6-F936-8166-AD21-F00DA213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500" dirty="0">
                <a:latin typeface="Times New Roman"/>
                <a:cs typeface="Times New Roman"/>
              </a:rPr>
              <a:t>Масштабируемость — это способность системы адаптироваться к изменению нагрузки путем добавления или удаления ресурсов. В контексте облачных технологий это означает возможность быстро увеличивать или уменьшать вычислительные мощности, хранилище данных и сетевые ресурсы в зависимости от потребностей бизнеса</a:t>
            </a:r>
          </a:p>
          <a:p>
            <a:pPr marL="0" indent="0">
              <a:buNone/>
            </a:pPr>
            <a:r>
              <a:rPr lang="ru-RU" sz="1500" b="1" dirty="0">
                <a:latin typeface="Times New Roman"/>
                <a:cs typeface="Times New Roman"/>
              </a:rPr>
              <a:t>Типы масштабируемости:</a:t>
            </a:r>
            <a:endParaRPr lang="ru-RU" sz="1500" dirty="0">
              <a:latin typeface="Times New Roman"/>
              <a:cs typeface="Times New Roman"/>
            </a:endParaRPr>
          </a:p>
          <a:p>
            <a:r>
              <a:rPr lang="ru-RU" sz="1500" b="1" dirty="0">
                <a:latin typeface="Times New Roman"/>
                <a:cs typeface="Times New Roman"/>
              </a:rPr>
              <a:t>Вертикальная масштабируемость (</a:t>
            </a:r>
            <a:r>
              <a:rPr lang="ru-RU" sz="1500" b="1" dirty="0" err="1">
                <a:latin typeface="Times New Roman"/>
                <a:cs typeface="Times New Roman"/>
              </a:rPr>
              <a:t>Scaling</a:t>
            </a:r>
            <a:r>
              <a:rPr lang="ru-RU" sz="1500" b="1" dirty="0">
                <a:latin typeface="Times New Roman"/>
                <a:cs typeface="Times New Roman"/>
              </a:rPr>
              <a:t> Up/Down):</a:t>
            </a:r>
            <a:endParaRPr lang="ru-RU" sz="1500" dirty="0"/>
          </a:p>
          <a:p>
            <a:pPr lvl="1"/>
            <a:r>
              <a:rPr lang="ru-RU" sz="1500" dirty="0">
                <a:latin typeface="Times New Roman"/>
                <a:cs typeface="Times New Roman"/>
              </a:rPr>
              <a:t>Вертикальная масштабируемость — это увеличение или уменьшение мощности существующего ресурса. Например, можно увеличить объем памяти или мощности процессора на виртуальной машине.</a:t>
            </a:r>
            <a:endParaRPr lang="ru-RU" sz="1500" dirty="0"/>
          </a:p>
          <a:p>
            <a:pPr lvl="1"/>
            <a:endParaRPr lang="ru-RU" sz="1500" dirty="0">
              <a:latin typeface="Times New Roman"/>
              <a:cs typeface="Times New Roman"/>
            </a:endParaRPr>
          </a:p>
          <a:p>
            <a:r>
              <a:rPr lang="ru-RU" sz="1500" b="1" dirty="0">
                <a:latin typeface="Times New Roman"/>
                <a:cs typeface="Times New Roman"/>
              </a:rPr>
              <a:t>Горизонтальная масштабируемость (</a:t>
            </a:r>
            <a:r>
              <a:rPr lang="ru-RU" sz="1500" b="1" dirty="0" err="1">
                <a:latin typeface="Times New Roman"/>
                <a:cs typeface="Times New Roman"/>
              </a:rPr>
              <a:t>Scaling</a:t>
            </a:r>
            <a:r>
              <a:rPr lang="ru-RU" sz="1500" b="1" dirty="0">
                <a:latin typeface="Times New Roman"/>
                <a:cs typeface="Times New Roman"/>
              </a:rPr>
              <a:t> Out/In):</a:t>
            </a:r>
            <a:endParaRPr lang="ru-RU" sz="1500" dirty="0"/>
          </a:p>
          <a:p>
            <a:pPr lvl="1"/>
            <a:r>
              <a:rPr lang="ru-RU" sz="1500" dirty="0">
                <a:latin typeface="Times New Roman"/>
                <a:cs typeface="Times New Roman"/>
              </a:rPr>
              <a:t>Горизонтальная масштабируемость — это добавление или удаление новых серверов (или виртуальных машин), а также других ресурсов. Этот тип масштабируемости позволяет эффективно распределять нагрузку между несколькими экземплярами.</a:t>
            </a:r>
            <a:endParaRPr lang="ru-RU" sz="1500" dirty="0"/>
          </a:p>
          <a:p>
            <a:pPr lvl="1"/>
            <a:endParaRPr lang="ru-RU" sz="1500" dirty="0">
              <a:latin typeface="Times New Roman"/>
              <a:cs typeface="Times New Roman"/>
            </a:endParaRPr>
          </a:p>
          <a:p>
            <a:endParaRPr lang="ru-RU" sz="1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4031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F7D18-7A37-A971-5F22-9E735244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ru-RU" sz="3100" b="1" dirty="0">
                <a:solidFill>
                  <a:srgbClr val="FFFFFF"/>
                </a:solidFill>
                <a:latin typeface="Times New Roman"/>
                <a:cs typeface="Times New Roman"/>
              </a:rPr>
              <a:t>Как облачные платформы обеспечивают масштабируемость?</a:t>
            </a:r>
            <a:endParaRPr lang="ru-RU" sz="3100" dirty="0">
              <a:solidFill>
                <a:srgbClr val="FFFFFF"/>
              </a:solidFill>
            </a:endParaRPr>
          </a:p>
          <a:p>
            <a:endParaRPr lang="ru-RU" sz="310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CE938-E3EB-1949-EF0E-5D3B8BCA6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300" b="1" dirty="0">
                <a:latin typeface="Times New Roman"/>
                <a:cs typeface="Times New Roman"/>
              </a:rPr>
              <a:t>Автоматическое масштабирование (Auto-</a:t>
            </a:r>
            <a:r>
              <a:rPr lang="ru-RU" sz="1300" b="1" dirty="0" err="1">
                <a:latin typeface="Times New Roman"/>
                <a:cs typeface="Times New Roman"/>
              </a:rPr>
              <a:t>Scaling</a:t>
            </a:r>
            <a:r>
              <a:rPr lang="ru-RU" sz="1300" b="1" dirty="0">
                <a:latin typeface="Times New Roman"/>
                <a:cs typeface="Times New Roman"/>
              </a:rPr>
              <a:t>):</a:t>
            </a:r>
            <a:endParaRPr lang="ru-RU" sz="1300" dirty="0"/>
          </a:p>
          <a:p>
            <a:pPr lvl="1"/>
            <a:r>
              <a:rPr lang="ru-RU" sz="1300" dirty="0">
                <a:latin typeface="Times New Roman"/>
                <a:cs typeface="Times New Roman"/>
              </a:rPr>
              <a:t>Автоматическое масштабирование помогает поддерживать оптимальную производительность и предотвратить избыточные затраты на ресурсы, которые могут не использоваться в периоды низкой нагрузки.</a:t>
            </a:r>
            <a:endParaRPr lang="ru-RU" sz="1300" dirty="0"/>
          </a:p>
          <a:p>
            <a:pPr marL="457200" lvl="1" indent="0">
              <a:buNone/>
            </a:pPr>
            <a:endParaRPr lang="ru-RU" sz="1300">
              <a:latin typeface="Times New Roman"/>
              <a:cs typeface="Times New Roman"/>
            </a:endParaRPr>
          </a:p>
          <a:p>
            <a:r>
              <a:rPr lang="ru-RU" sz="1300" b="1" dirty="0">
                <a:latin typeface="Times New Roman"/>
                <a:cs typeface="Times New Roman"/>
              </a:rPr>
              <a:t>Гибкость в облаке:</a:t>
            </a:r>
            <a:endParaRPr lang="ru-RU" sz="1300" dirty="0"/>
          </a:p>
          <a:p>
            <a:pPr lvl="1"/>
            <a:r>
              <a:rPr lang="ru-RU" sz="1300" dirty="0">
                <a:latin typeface="Times New Roman"/>
                <a:cs typeface="Times New Roman"/>
              </a:rPr>
              <a:t>Облачные сервисы позволяют не только добавлять ресурсы по мере необходимости, но и эффективно управлять ними, оплачивая только те ресурсы, которые используются в данный момент. Это помогает минимизировать излишние расходы.</a:t>
            </a:r>
            <a:endParaRPr lang="ru-RU" sz="1300" dirty="0"/>
          </a:p>
          <a:p>
            <a:pPr marL="457200" lvl="1" indent="0">
              <a:buNone/>
            </a:pPr>
            <a:endParaRPr lang="ru-RU" sz="1300">
              <a:latin typeface="Times New Roman"/>
              <a:cs typeface="Times New Roman"/>
            </a:endParaRPr>
          </a:p>
          <a:p>
            <a:endParaRPr lang="ru-RU" sz="13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51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FB87E-C160-EA5D-BD60-B9A886325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>
                <a:latin typeface="Times New Roman"/>
                <a:cs typeface="Times New Roman"/>
              </a:rPr>
              <a:t>Отказоустойчивость в облачных технологиях</a:t>
            </a:r>
            <a:endParaRPr lang="ru-RU" dirty="0"/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11CCE-C492-6661-3905-8C3F54486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cs typeface="Times New Roman"/>
              </a:rPr>
              <a:t>Отказоустойчивость — это способность системы продолжать функционировать даже при выходе из строя одного или нескольких её компонентов. В облачных технологиях это означает, что ресурсы могут быть автоматически восстановлены или перераспределены, чтобы минимизировать или устранить время простоя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975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F797C-A2CE-8335-1123-EEF00B3E5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2600" b="1">
                <a:latin typeface="Times New Roman"/>
                <a:cs typeface="Times New Roman"/>
              </a:rPr>
              <a:t>Как облачные технологии обеспечивают отказоустойчивость?</a:t>
            </a:r>
            <a:endParaRPr lang="ru-RU" sz="2600"/>
          </a:p>
          <a:p>
            <a:endParaRPr lang="ru-RU" sz="2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59DBE-CDAF-B01F-4769-4B47F1DBA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400" b="1">
                <a:latin typeface="Times New Roman"/>
                <a:cs typeface="Times New Roman"/>
              </a:rPr>
              <a:t>Резервирование и дублирование данных:</a:t>
            </a:r>
            <a:endParaRPr lang="ru-RU" sz="1400"/>
          </a:p>
          <a:p>
            <a:pPr lvl="1">
              <a:buFont typeface="Arial"/>
            </a:pPr>
            <a:r>
              <a:rPr lang="ru-RU" sz="1400" dirty="0">
                <a:latin typeface="Times New Roman"/>
                <a:cs typeface="Times New Roman"/>
              </a:rPr>
              <a:t>Одним из способов обеспечения отказоустойчивости является резервирование данных. В облаке данные часто дублируются на несколько серверов или в несколько дата-центров, что позволяет избежать потери данных при выходе из строя одного из компонентов.</a:t>
            </a:r>
            <a:endParaRPr lang="ru-RU" sz="1400" dirty="0"/>
          </a:p>
          <a:p>
            <a:r>
              <a:rPr lang="ru-RU" sz="1400" b="1">
                <a:latin typeface="Times New Roman"/>
                <a:cs typeface="Times New Roman"/>
              </a:rPr>
              <a:t>Автоматическое восстановление: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Облачные сервисы часто предоставляют возможность автоматического восстановления сервисов и виртуальных машин. Например, если одна виртуальная машина выходит из строя, система автоматически запускает её новый экземпляр на другом сервере или в другом дата-центре.</a:t>
            </a:r>
            <a:endParaRPr lang="ru-RU" sz="1400"/>
          </a:p>
          <a:p>
            <a:r>
              <a:rPr lang="ru-RU" sz="1400" b="1">
                <a:latin typeface="Times New Roman"/>
                <a:cs typeface="Times New Roman"/>
              </a:rPr>
              <a:t>Масштабирование по запросу (Auto-scaling):</a:t>
            </a:r>
            <a:endParaRPr lang="ru-RU" sz="1400"/>
          </a:p>
          <a:p>
            <a:pPr lvl="1"/>
            <a:r>
              <a:rPr lang="ru-RU" sz="1400" dirty="0">
                <a:latin typeface="Times New Roman"/>
                <a:cs typeface="Times New Roman"/>
              </a:rPr>
              <a:t>Масштабирование по запросу не только помогает управлять нагрузкой, но и способствует отказоустойчивости. Когда количество трафика или нагрузки увеличивается, облачные сервисы автоматически добавляют новые ресурсы для обработки запросов. И наоборот, когда нагрузка уменьшается, лишние ресурсы отключаются.</a:t>
            </a:r>
            <a:endParaRPr lang="ru-RU" sz="1400">
              <a:latin typeface="Aptos" panose="020B0004020202020204"/>
              <a:cs typeface="Times New Roman"/>
            </a:endParaRPr>
          </a:p>
          <a:p>
            <a:r>
              <a:rPr lang="ru-RU" sz="1400" b="1">
                <a:latin typeface="Times New Roman"/>
                <a:cs typeface="Times New Roman"/>
              </a:rPr>
              <a:t>Распределённая архитектура:</a:t>
            </a:r>
            <a:endParaRPr lang="ru-RU" sz="1400"/>
          </a:p>
          <a:p>
            <a:pPr lvl="1"/>
            <a:r>
              <a:rPr lang="ru-RU" sz="1400" dirty="0">
                <a:latin typeface="Times New Roman"/>
                <a:cs typeface="Times New Roman"/>
              </a:rPr>
              <a:t>Одним из главных преимуществ облака является возможность распределения нагрузки между несколькими серверами и дата-центрами. Такой подход помогает предотвратить сбои при отказах отдельных компонентов.</a:t>
            </a:r>
            <a:endParaRPr lang="ru-RU" sz="1400" dirty="0"/>
          </a:p>
          <a:p>
            <a:pPr lvl="1"/>
            <a:endParaRPr lang="ru-RU"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9183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2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25F19-FEBD-CF1A-13B9-74E70AA2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Безопасность в облачных технологиях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1B8AB-1B1E-C403-936D-ED947D4F4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/>
              <a:t>Безопасность в облаке — это набор практик, технологий и инструментов, направленных на защиту данных, приложений и инфраструктуры в облачной среде. Это включает в себя защиту от несанкционированного доступа, утечек данных, атак и других угроз.</a:t>
            </a:r>
          </a:p>
          <a:p>
            <a:pPr marL="0"/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C36FD-72CE-E889-58E1-A7C77541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200" b="1">
                <a:latin typeface="Times New Roman"/>
                <a:cs typeface="Times New Roman"/>
              </a:rPr>
              <a:t>Основные аспекты безопасности в облаке:</a:t>
            </a:r>
            <a:endParaRPr lang="ru-RU" sz="4200"/>
          </a:p>
          <a:p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29054-45F5-6632-EE19-AC40B9CC2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400" b="1">
                <a:latin typeface="Times New Roman"/>
                <a:cs typeface="Times New Roman"/>
              </a:rPr>
              <a:t>Конфиденциальность данных (Data Confidentiality):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Обеспечение конфиденциальности данных означает защиту информации от несанкционированного доступа. В облаке это достигается через методы шифрования как данных в покое, так и данных в передаче.</a:t>
            </a:r>
            <a:endParaRPr lang="ru-RU" sz="1400"/>
          </a:p>
          <a:p>
            <a:r>
              <a:rPr lang="ru-RU" sz="1400" b="1">
                <a:latin typeface="Times New Roman"/>
                <a:cs typeface="Times New Roman"/>
              </a:rPr>
              <a:t>Целостность данных (Data Integrity):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Целостность данных подразумевает, что информация сохраняет свою точность и непрерывность. В облаке используются различные механизмы для предотвращения несанкционированных изменений данных.</a:t>
            </a:r>
            <a:endParaRPr lang="ru-RU" sz="1400"/>
          </a:p>
          <a:p>
            <a:r>
              <a:rPr lang="ru-RU" sz="1400" b="1">
                <a:latin typeface="Times New Roman"/>
                <a:cs typeface="Times New Roman"/>
              </a:rPr>
              <a:t>Доступность (Data Availability):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Доступность означает, что данные и сервисы должны быть доступны для пользователей и приложений в любое время. Для этого используются механизмы отказоустойчивости и восстановления, такие как резервирование данных и автоматическое переключение на запасные ресурсы при сбоях.</a:t>
            </a:r>
            <a:endParaRPr lang="ru-RU" sz="1400">
              <a:latin typeface="Aptos" panose="020B0004020202020204"/>
              <a:cs typeface="Times New Roman"/>
            </a:endParaRPr>
          </a:p>
          <a:p>
            <a:r>
              <a:rPr lang="ru-RU" sz="1400" b="1" dirty="0">
                <a:latin typeface="Times New Roman"/>
                <a:cs typeface="Times New Roman"/>
              </a:rPr>
              <a:t>Управление доступом (Access Control):</a:t>
            </a:r>
            <a:endParaRPr lang="ru-RU" sz="1400" dirty="0"/>
          </a:p>
          <a:p>
            <a:pPr lvl="1"/>
            <a:r>
              <a:rPr lang="ru-RU" sz="1400" dirty="0">
                <a:latin typeface="Times New Roman"/>
                <a:cs typeface="Times New Roman"/>
              </a:rPr>
              <a:t>Управление доступом включает в себя процедуры и инструменты, которые ограничивают и контролируют, кто и какие действия может выполнять в облаке. Это достигается через механизмы аутентификации и авторизации, такие как многофакторная аутентификация (MFA) и роли с ограниченными правами.</a:t>
            </a:r>
            <a:endParaRPr lang="ru-RU" sz="1400" dirty="0"/>
          </a:p>
          <a:p>
            <a:r>
              <a:rPr lang="ru-RU" sz="1400" b="1">
                <a:latin typeface="Times New Roman"/>
                <a:cs typeface="Times New Roman"/>
              </a:rPr>
              <a:t>Мониторинг и аудит</a:t>
            </a:r>
            <a:r>
              <a:rPr lang="en-US" sz="1400" b="1">
                <a:latin typeface="Times New Roman"/>
                <a:cs typeface="Times New Roman"/>
              </a:rPr>
              <a:t> (Monitoring and Auditing):</a:t>
            </a:r>
            <a:endParaRPr lang="ru-RU" sz="1400"/>
          </a:p>
          <a:p>
            <a:pPr lvl="1"/>
            <a:r>
              <a:rPr lang="ru-RU" sz="1400">
                <a:latin typeface="Times New Roman"/>
                <a:cs typeface="Times New Roman"/>
              </a:rPr>
              <a:t>Для обеспечения безопасности важно постоянно мониторить систему на предмет подозрительной активности и быть в состоянии проводить аудит, чтобы выявить и предотвратить угрозы.</a:t>
            </a:r>
            <a:endParaRPr lang="ru-RU" sz="1400"/>
          </a:p>
          <a:p>
            <a:endParaRPr lang="ru-RU" sz="1400">
              <a:latin typeface="Aptos" panose="020B0004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442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B383C-A28B-C499-713D-A7214B07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ru-RU" sz="3700" b="1">
                <a:latin typeface="Times New Roman"/>
                <a:cs typeface="Times New Roman"/>
              </a:rPr>
              <a:t>Типы угроз для безопасности в облаке:</a:t>
            </a:r>
            <a:endParaRPr lang="ru-RU" sz="3700"/>
          </a:p>
          <a:p>
            <a:endParaRPr lang="ru-RU" sz="37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67885-A06A-EF5C-E93F-A0C444958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6" y="1552455"/>
            <a:ext cx="555848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AutoNum type="arabicPeriod"/>
            </a:pPr>
            <a:r>
              <a:rPr lang="ru-RU" sz="1200" b="1" dirty="0">
                <a:latin typeface="Times New Roman"/>
                <a:cs typeface="Times New Roman"/>
              </a:rPr>
              <a:t>Утечка данных:</a:t>
            </a:r>
            <a:endParaRPr lang="ru-RU" sz="1200"/>
          </a:p>
          <a:p>
            <a:pPr marL="457200" lvl="1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Одной из главных угроз является утечка данных, когда неавторизованные лица получают доступ к конфиденциальной информации. Это может быть вызвано уязвимостями в приложениях, неправильной настройкой доступа или ошибками со стороны пользователей.</a:t>
            </a:r>
            <a:endParaRPr lang="ru-RU" sz="1200" dirty="0"/>
          </a:p>
          <a:p>
            <a:pPr>
              <a:buAutoNum type="arabicPeriod"/>
            </a:pPr>
            <a:r>
              <a:rPr lang="ru-RU" sz="1200" b="1" dirty="0">
                <a:latin typeface="Times New Roman"/>
                <a:cs typeface="Times New Roman"/>
              </a:rPr>
              <a:t>Атаки через уязвимости (</a:t>
            </a:r>
            <a:r>
              <a:rPr lang="ru-RU" sz="1200" b="1" dirty="0" err="1">
                <a:latin typeface="Times New Roman"/>
                <a:cs typeface="Times New Roman"/>
              </a:rPr>
              <a:t>Exploits</a:t>
            </a:r>
            <a:r>
              <a:rPr lang="ru-RU" sz="1200" b="1" dirty="0">
                <a:latin typeface="Times New Roman"/>
                <a:cs typeface="Times New Roman"/>
              </a:rPr>
              <a:t>):</a:t>
            </a:r>
            <a:endParaRPr lang="ru-RU" sz="1200"/>
          </a:p>
          <a:p>
            <a:pPr marL="457200" lvl="1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Уязвимости в программном обеспечении могут быть использованы злоумышленниками для получения несанкционированного доступа или разрушения данных. Это может включать атаки типа </a:t>
            </a:r>
            <a:r>
              <a:rPr lang="ru-RU" sz="1200" b="1" dirty="0">
                <a:latin typeface="Times New Roman"/>
                <a:cs typeface="Times New Roman"/>
              </a:rPr>
              <a:t>SQL-инъекции</a:t>
            </a:r>
            <a:r>
              <a:rPr lang="ru-RU" sz="1200" dirty="0">
                <a:latin typeface="Times New Roman"/>
                <a:cs typeface="Times New Roman"/>
              </a:rPr>
              <a:t>, </a:t>
            </a:r>
            <a:r>
              <a:rPr lang="ru-RU" sz="1200" b="1" err="1">
                <a:latin typeface="Times New Roman"/>
                <a:cs typeface="Times New Roman"/>
              </a:rPr>
              <a:t>DDoS</a:t>
            </a:r>
            <a:r>
              <a:rPr lang="ru-RU" sz="1200" b="1" dirty="0">
                <a:latin typeface="Times New Roman"/>
                <a:cs typeface="Times New Roman"/>
              </a:rPr>
              <a:t>-атаки</a:t>
            </a:r>
            <a:r>
              <a:rPr lang="ru-RU" sz="1200" dirty="0">
                <a:latin typeface="Times New Roman"/>
                <a:cs typeface="Times New Roman"/>
              </a:rPr>
              <a:t> или </a:t>
            </a:r>
            <a:r>
              <a:rPr lang="ru-RU" sz="1200" b="1" dirty="0">
                <a:latin typeface="Times New Roman"/>
                <a:cs typeface="Times New Roman"/>
              </a:rPr>
              <a:t>кража учетных данных</a:t>
            </a:r>
            <a:r>
              <a:rPr lang="ru-RU" sz="1200" dirty="0">
                <a:latin typeface="Times New Roman"/>
                <a:cs typeface="Times New Roman"/>
              </a:rPr>
              <a:t>.</a:t>
            </a:r>
            <a:endParaRPr lang="ru-RU" sz="1200" dirty="0">
              <a:latin typeface="Aptos" panose="020B0004020202020204"/>
              <a:cs typeface="Times New Roman"/>
            </a:endParaRPr>
          </a:p>
          <a:p>
            <a:pPr>
              <a:buAutoNum type="arabicPeriod"/>
            </a:pPr>
            <a:r>
              <a:rPr lang="ru-RU" sz="1200" b="1" dirty="0">
                <a:latin typeface="Times New Roman"/>
                <a:cs typeface="Times New Roman"/>
              </a:rPr>
              <a:t>Нарушение прав пользователей (Insider </a:t>
            </a:r>
            <a:r>
              <a:rPr lang="ru-RU" sz="1200" b="1" dirty="0" err="1">
                <a:latin typeface="Times New Roman"/>
                <a:cs typeface="Times New Roman"/>
              </a:rPr>
              <a:t>Threats</a:t>
            </a:r>
            <a:r>
              <a:rPr lang="ru-RU" sz="1200" b="1" dirty="0">
                <a:latin typeface="Times New Roman"/>
                <a:cs typeface="Times New Roman"/>
              </a:rPr>
              <a:t>):</a:t>
            </a:r>
            <a:endParaRPr lang="ru-RU" sz="1200">
              <a:latin typeface="Aptos" panose="020B0004020202020204"/>
              <a:cs typeface="Times New Roman"/>
            </a:endParaRPr>
          </a:p>
          <a:p>
            <a:pPr marL="457200" lvl="1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Иногда угрозы могут исходить от сотрудников организации, которые имеют доступ к чувствительной информации. Это может быть преднамеренное или случайное нарушение безопасности.</a:t>
            </a:r>
            <a:endParaRPr lang="ru-RU" sz="1200" dirty="0">
              <a:latin typeface="Aptos" panose="020B0004020202020204"/>
              <a:cs typeface="Times New Roman"/>
            </a:endParaRPr>
          </a:p>
          <a:p>
            <a:pPr>
              <a:buAutoNum type="arabicPeriod"/>
            </a:pPr>
            <a:r>
              <a:rPr lang="ru-RU" sz="1200" b="1" dirty="0">
                <a:latin typeface="Times New Roman"/>
                <a:cs typeface="Times New Roman"/>
              </a:rPr>
              <a:t>Мошенничество с облачными сервисами:</a:t>
            </a:r>
            <a:endParaRPr lang="ru-RU" sz="1200"/>
          </a:p>
          <a:p>
            <a:pPr marL="457200" lvl="1" indent="0">
              <a:buNone/>
            </a:pPr>
            <a:r>
              <a:rPr lang="ru-RU" sz="1200" dirty="0">
                <a:latin typeface="Times New Roman"/>
                <a:cs typeface="Times New Roman"/>
              </a:rPr>
              <a:t>Мошенники могут использовать облачные сервисы для проведения нелегальной деятельности, например, для размещения вредоносных программ или фальшивых сайтов.</a:t>
            </a:r>
            <a:endParaRPr lang="ru-RU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87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084D2-CB4E-BEF7-5089-50A9058B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>
                <a:latin typeface="Times New Roman"/>
                <a:cs typeface="Times New Roman"/>
              </a:rPr>
              <a:t>Заключение и вопросы </a:t>
            </a:r>
            <a:endParaRPr lang="ru-RU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7BF5D7-2862-9F19-E893-A12F0BB05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200">
                <a:latin typeface="Times New Roman"/>
                <a:cs typeface="Times New Roman"/>
              </a:rPr>
              <a:t>"Какие основные преимущества облачных технологий, по вашему мнению, наиболее привлекательны для малого и среднего бизнеса?"</a:t>
            </a:r>
            <a:endParaRPr lang="ru-RU" sz="2200"/>
          </a:p>
          <a:p>
            <a:r>
              <a:rPr lang="ru-RU" sz="2200">
                <a:latin typeface="Times New Roman"/>
                <a:cs typeface="Times New Roman"/>
              </a:rPr>
              <a:t>"Как вы считаете, какие меры безопасности являются наиболее важными для защиты данных в облаке?"</a:t>
            </a:r>
            <a:endParaRPr lang="ru-RU" sz="2200"/>
          </a:p>
          <a:p>
            <a:r>
              <a:rPr lang="ru-RU" sz="2200">
                <a:latin typeface="Times New Roman"/>
                <a:cs typeface="Times New Roman"/>
              </a:rPr>
              <a:t>"Какие риски и вызовы могут возникнуть при использовании облачных технологий для критически важных приложений, например, в банковской сфере или здравоохранении?"</a:t>
            </a:r>
            <a:endParaRPr lang="ru-RU" sz="2200"/>
          </a:p>
          <a:p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6855159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Архитектура облачных систем: от дата-центров до виртуализации</vt:lpstr>
      <vt:lpstr>Введение в архитектуру облаков </vt:lpstr>
      <vt:lpstr>Дата-центры и физическая инфраструктура </vt:lpstr>
      <vt:lpstr>Особенности дата-центров в облачных сервисах</vt:lpstr>
      <vt:lpstr>Виртуализация и гипервизоры </vt:lpstr>
      <vt:lpstr>Сетевые технологии в облаке </vt:lpstr>
      <vt:lpstr>Как сетевые технологии влияют на производительность и безопасность? </vt:lpstr>
      <vt:lpstr>Хранилище данных и базы данных </vt:lpstr>
      <vt:lpstr>Базы данных в облаке</vt:lpstr>
      <vt:lpstr>Оркестрация и управление </vt:lpstr>
      <vt:lpstr>Как оркестрация и управление помогают в облаке? </vt:lpstr>
      <vt:lpstr>Масштабируемость в облачных технологиях </vt:lpstr>
      <vt:lpstr>Как облачные платформы обеспечивают масштабируемость? </vt:lpstr>
      <vt:lpstr>Отказоустойчивость в облачных технологиях</vt:lpstr>
      <vt:lpstr>Как облачные технологии обеспечивают отказоустойчивость? </vt:lpstr>
      <vt:lpstr>Безопасность в облачных технологиях</vt:lpstr>
      <vt:lpstr>Основные аспекты безопасности в облаке: </vt:lpstr>
      <vt:lpstr>Типы угроз для безопасности в облаке: </vt:lpstr>
      <vt:lpstr>Заключение и вопросы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230</cp:revision>
  <dcterms:created xsi:type="dcterms:W3CDTF">2024-12-07T11:38:30Z</dcterms:created>
  <dcterms:modified xsi:type="dcterms:W3CDTF">2024-12-07T13:54:48Z</dcterms:modified>
</cp:coreProperties>
</file>
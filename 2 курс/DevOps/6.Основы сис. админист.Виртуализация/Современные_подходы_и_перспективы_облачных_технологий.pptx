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8" r:id="rId1"/>
  </p:sldMasterIdLst>
  <p:sldIdLst>
    <p:sldId id="256" r:id="rId2"/>
    <p:sldId id="257" r:id="rId3"/>
    <p:sldId id="258" r:id="rId4"/>
    <p:sldId id="259" r:id="rId5"/>
    <p:sldId id="260" r:id="rId6"/>
    <p:sldId id="262" r:id="rId7"/>
    <p:sldId id="263" r:id="rId8"/>
    <p:sldId id="264" r:id="rId9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49543FF-F793-E257-F048-E59F5EF0D13E}" v="134" dt="2024-12-08T15:42:46.182"/>
    <p1510:client id="{CE4DE4F5-7E3C-4514-318C-B1FB5AEBB885}" v="58" dt="2024-12-07T14:03:07.55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82" autoAdjust="0"/>
    <p:restoredTop sz="94660"/>
  </p:normalViewPr>
  <p:slideViewPr>
    <p:cSldViewPr snapToGrid="0">
      <p:cViewPr varScale="1">
        <p:scale>
          <a:sx n="89" d="100"/>
          <a:sy n="89" d="100"/>
        </p:scale>
        <p:origin x="84" y="1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microsoft.com/office/2015/10/relationships/revisionInfo" Target="revisionInfo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Vadim Nikitaev" userId="ac4409ddac901ccf" providerId="Windows Live" clId="Web-{649543FF-F793-E257-F048-E59F5EF0D13E}"/>
    <pc:docChg chg="addSld delSld modSld">
      <pc:chgData name="Vadim Nikitaev" userId="ac4409ddac901ccf" providerId="Windows Live" clId="Web-{649543FF-F793-E257-F048-E59F5EF0D13E}" dt="2024-12-08T15:42:46.182" v="159"/>
      <pc:docMkLst>
        <pc:docMk/>
      </pc:docMkLst>
      <pc:sldChg chg="addSp modSp mod setBg">
        <pc:chgData name="Vadim Nikitaev" userId="ac4409ddac901ccf" providerId="Windows Live" clId="Web-{649543FF-F793-E257-F048-E59F5EF0D13E}" dt="2024-12-08T15:36:33.356" v="19"/>
        <pc:sldMkLst>
          <pc:docMk/>
          <pc:sldMk cId="3311237910" sldId="259"/>
        </pc:sldMkLst>
        <pc:spChg chg="mod">
          <ac:chgData name="Vadim Nikitaev" userId="ac4409ddac901ccf" providerId="Windows Live" clId="Web-{649543FF-F793-E257-F048-E59F5EF0D13E}" dt="2024-12-08T15:36:33.356" v="19"/>
          <ac:spMkLst>
            <pc:docMk/>
            <pc:sldMk cId="3311237910" sldId="259"/>
            <ac:spMk id="2" creationId="{6BEE7AD5-4EE0-9095-3D03-2D42D03C1E26}"/>
          </ac:spMkLst>
        </pc:spChg>
        <pc:spChg chg="mod">
          <ac:chgData name="Vadim Nikitaev" userId="ac4409ddac901ccf" providerId="Windows Live" clId="Web-{649543FF-F793-E257-F048-E59F5EF0D13E}" dt="2024-12-08T15:36:33.356" v="19"/>
          <ac:spMkLst>
            <pc:docMk/>
            <pc:sldMk cId="3311237910" sldId="259"/>
            <ac:spMk id="3" creationId="{E53E7C75-696E-8D17-B51A-E36655B9BD3F}"/>
          </ac:spMkLst>
        </pc:spChg>
        <pc:spChg chg="add">
          <ac:chgData name="Vadim Nikitaev" userId="ac4409ddac901ccf" providerId="Windows Live" clId="Web-{649543FF-F793-E257-F048-E59F5EF0D13E}" dt="2024-12-08T15:36:33.356" v="19"/>
          <ac:spMkLst>
            <pc:docMk/>
            <pc:sldMk cId="3311237910" sldId="259"/>
            <ac:spMk id="8" creationId="{579E3846-8D0B-B14A-817A-7FAC9DDAB4D8}"/>
          </ac:spMkLst>
        </pc:spChg>
        <pc:spChg chg="add">
          <ac:chgData name="Vadim Nikitaev" userId="ac4409ddac901ccf" providerId="Windows Live" clId="Web-{649543FF-F793-E257-F048-E59F5EF0D13E}" dt="2024-12-08T15:36:33.356" v="19"/>
          <ac:spMkLst>
            <pc:docMk/>
            <pc:sldMk cId="3311237910" sldId="259"/>
            <ac:spMk id="10" creationId="{5610EA52-8D85-ED4E-9B4F-4D5E1BE16050}"/>
          </ac:spMkLst>
        </pc:spChg>
        <pc:spChg chg="add">
          <ac:chgData name="Vadim Nikitaev" userId="ac4409ddac901ccf" providerId="Windows Live" clId="Web-{649543FF-F793-E257-F048-E59F5EF0D13E}" dt="2024-12-08T15:36:33.356" v="19"/>
          <ac:spMkLst>
            <pc:docMk/>
            <pc:sldMk cId="3311237910" sldId="259"/>
            <ac:spMk id="12" creationId="{DCA5172B-100A-154D-8648-280629D67DD0}"/>
          </ac:spMkLst>
        </pc:spChg>
        <pc:spChg chg="add">
          <ac:chgData name="Vadim Nikitaev" userId="ac4409ddac901ccf" providerId="Windows Live" clId="Web-{649543FF-F793-E257-F048-E59F5EF0D13E}" dt="2024-12-08T15:36:33.356" v="19"/>
          <ac:spMkLst>
            <pc:docMk/>
            <pc:sldMk cId="3311237910" sldId="259"/>
            <ac:spMk id="14" creationId="{E66CC1C4-3013-CB4A-8BF8-FDFE9B8E482A}"/>
          </ac:spMkLst>
        </pc:spChg>
      </pc:sldChg>
      <pc:sldChg chg="addSp modSp mod setBg">
        <pc:chgData name="Vadim Nikitaev" userId="ac4409ddac901ccf" providerId="Windows Live" clId="Web-{649543FF-F793-E257-F048-E59F5EF0D13E}" dt="2024-12-08T15:37:30.999" v="47"/>
        <pc:sldMkLst>
          <pc:docMk/>
          <pc:sldMk cId="2430260500" sldId="260"/>
        </pc:sldMkLst>
        <pc:spChg chg="mod">
          <ac:chgData name="Vadim Nikitaev" userId="ac4409ddac901ccf" providerId="Windows Live" clId="Web-{649543FF-F793-E257-F048-E59F5EF0D13E}" dt="2024-12-08T15:37:30.999" v="47"/>
          <ac:spMkLst>
            <pc:docMk/>
            <pc:sldMk cId="2430260500" sldId="260"/>
            <ac:spMk id="2" creationId="{880C024C-3B69-85C5-60F3-3EAA309FD2B2}"/>
          </ac:spMkLst>
        </pc:spChg>
        <pc:spChg chg="mod">
          <ac:chgData name="Vadim Nikitaev" userId="ac4409ddac901ccf" providerId="Windows Live" clId="Web-{649543FF-F793-E257-F048-E59F5EF0D13E}" dt="2024-12-08T15:37:30.999" v="47"/>
          <ac:spMkLst>
            <pc:docMk/>
            <pc:sldMk cId="2430260500" sldId="260"/>
            <ac:spMk id="3" creationId="{7A51AC14-EAF2-89B5-BE55-46B503E2BF70}"/>
          </ac:spMkLst>
        </pc:spChg>
        <pc:spChg chg="add">
          <ac:chgData name="Vadim Nikitaev" userId="ac4409ddac901ccf" providerId="Windows Live" clId="Web-{649543FF-F793-E257-F048-E59F5EF0D13E}" dt="2024-12-08T15:37:30.999" v="47"/>
          <ac:spMkLst>
            <pc:docMk/>
            <pc:sldMk cId="2430260500" sldId="260"/>
            <ac:spMk id="8" creationId="{579E3846-8D0B-B14A-817A-7FAC9DDAB4D8}"/>
          </ac:spMkLst>
        </pc:spChg>
        <pc:spChg chg="add">
          <ac:chgData name="Vadim Nikitaev" userId="ac4409ddac901ccf" providerId="Windows Live" clId="Web-{649543FF-F793-E257-F048-E59F5EF0D13E}" dt="2024-12-08T15:37:30.999" v="47"/>
          <ac:spMkLst>
            <pc:docMk/>
            <pc:sldMk cId="2430260500" sldId="260"/>
            <ac:spMk id="10" creationId="{DCA5172B-100A-154D-8648-280629D67DD0}"/>
          </ac:spMkLst>
        </pc:spChg>
        <pc:spChg chg="add">
          <ac:chgData name="Vadim Nikitaev" userId="ac4409ddac901ccf" providerId="Windows Live" clId="Web-{649543FF-F793-E257-F048-E59F5EF0D13E}" dt="2024-12-08T15:37:30.999" v="47"/>
          <ac:spMkLst>
            <pc:docMk/>
            <pc:sldMk cId="2430260500" sldId="260"/>
            <ac:spMk id="12" creationId="{37A9EF9F-F5F8-3B4C-B721-17C0A18761C3}"/>
          </ac:spMkLst>
        </pc:spChg>
        <pc:spChg chg="add">
          <ac:chgData name="Vadim Nikitaev" userId="ac4409ddac901ccf" providerId="Windows Live" clId="Web-{649543FF-F793-E257-F048-E59F5EF0D13E}" dt="2024-12-08T15:37:30.999" v="47"/>
          <ac:spMkLst>
            <pc:docMk/>
            <pc:sldMk cId="2430260500" sldId="260"/>
            <ac:spMk id="14" creationId="{6DEB3960-7668-064C-B56F-2B18221DED16}"/>
          </ac:spMkLst>
        </pc:spChg>
      </pc:sldChg>
      <pc:sldChg chg="new del">
        <pc:chgData name="Vadim Nikitaev" userId="ac4409ddac901ccf" providerId="Windows Live" clId="Web-{649543FF-F793-E257-F048-E59F5EF0D13E}" dt="2024-12-08T15:42:46.182" v="159"/>
        <pc:sldMkLst>
          <pc:docMk/>
          <pc:sldMk cId="4063775046" sldId="261"/>
        </pc:sldMkLst>
      </pc:sldChg>
      <pc:sldChg chg="addSp delSp modSp new mod setBg">
        <pc:chgData name="Vadim Nikitaev" userId="ac4409ddac901ccf" providerId="Windows Live" clId="Web-{649543FF-F793-E257-F048-E59F5EF0D13E}" dt="2024-12-08T15:38:57.705" v="67"/>
        <pc:sldMkLst>
          <pc:docMk/>
          <pc:sldMk cId="3396223086" sldId="262"/>
        </pc:sldMkLst>
        <pc:spChg chg="mod">
          <ac:chgData name="Vadim Nikitaev" userId="ac4409ddac901ccf" providerId="Windows Live" clId="Web-{649543FF-F793-E257-F048-E59F5EF0D13E}" dt="2024-12-08T15:38:57.705" v="67"/>
          <ac:spMkLst>
            <pc:docMk/>
            <pc:sldMk cId="3396223086" sldId="262"/>
            <ac:spMk id="2" creationId="{D28CCBE2-FAB8-41CD-6970-5F0DED967B80}"/>
          </ac:spMkLst>
        </pc:spChg>
        <pc:spChg chg="mod">
          <ac:chgData name="Vadim Nikitaev" userId="ac4409ddac901ccf" providerId="Windows Live" clId="Web-{649543FF-F793-E257-F048-E59F5EF0D13E}" dt="2024-12-08T15:38:57.705" v="67"/>
          <ac:spMkLst>
            <pc:docMk/>
            <pc:sldMk cId="3396223086" sldId="262"/>
            <ac:spMk id="3" creationId="{A3F78A8F-71E1-AC6C-9095-28F219225B05}"/>
          </ac:spMkLst>
        </pc:spChg>
        <pc:spChg chg="add del">
          <ac:chgData name="Vadim Nikitaev" userId="ac4409ddac901ccf" providerId="Windows Live" clId="Web-{649543FF-F793-E257-F048-E59F5EF0D13E}" dt="2024-12-08T15:38:57.705" v="67"/>
          <ac:spMkLst>
            <pc:docMk/>
            <pc:sldMk cId="3396223086" sldId="262"/>
            <ac:spMk id="8" creationId="{579E3846-8D0B-B14A-817A-7FAC9DDAB4D8}"/>
          </ac:spMkLst>
        </pc:spChg>
        <pc:spChg chg="add del">
          <ac:chgData name="Vadim Nikitaev" userId="ac4409ddac901ccf" providerId="Windows Live" clId="Web-{649543FF-F793-E257-F048-E59F5EF0D13E}" dt="2024-12-08T15:38:57.705" v="67"/>
          <ac:spMkLst>
            <pc:docMk/>
            <pc:sldMk cId="3396223086" sldId="262"/>
            <ac:spMk id="10" creationId="{DCA5172B-100A-154D-8648-280629D67DD0}"/>
          </ac:spMkLst>
        </pc:spChg>
        <pc:spChg chg="add del">
          <ac:chgData name="Vadim Nikitaev" userId="ac4409ddac901ccf" providerId="Windows Live" clId="Web-{649543FF-F793-E257-F048-E59F5EF0D13E}" dt="2024-12-08T15:38:57.705" v="67"/>
          <ac:spMkLst>
            <pc:docMk/>
            <pc:sldMk cId="3396223086" sldId="262"/>
            <ac:spMk id="12" creationId="{37A9EF9F-F5F8-3B4C-B721-17C0A18761C3}"/>
          </ac:spMkLst>
        </pc:spChg>
        <pc:spChg chg="add del">
          <ac:chgData name="Vadim Nikitaev" userId="ac4409ddac901ccf" providerId="Windows Live" clId="Web-{649543FF-F793-E257-F048-E59F5EF0D13E}" dt="2024-12-08T15:38:57.705" v="67"/>
          <ac:spMkLst>
            <pc:docMk/>
            <pc:sldMk cId="3396223086" sldId="262"/>
            <ac:spMk id="14" creationId="{6DEB3960-7668-064C-B56F-2B18221DED16}"/>
          </ac:spMkLst>
        </pc:spChg>
        <pc:spChg chg="add">
          <ac:chgData name="Vadim Nikitaev" userId="ac4409ddac901ccf" providerId="Windows Live" clId="Web-{649543FF-F793-E257-F048-E59F5EF0D13E}" dt="2024-12-08T15:38:57.705" v="67"/>
          <ac:spMkLst>
            <pc:docMk/>
            <pc:sldMk cId="3396223086" sldId="262"/>
            <ac:spMk id="19" creationId="{579E3846-8D0B-B14A-817A-7FAC9DDAB4D8}"/>
          </ac:spMkLst>
        </pc:spChg>
        <pc:spChg chg="add">
          <ac:chgData name="Vadim Nikitaev" userId="ac4409ddac901ccf" providerId="Windows Live" clId="Web-{649543FF-F793-E257-F048-E59F5EF0D13E}" dt="2024-12-08T15:38:57.705" v="67"/>
          <ac:spMkLst>
            <pc:docMk/>
            <pc:sldMk cId="3396223086" sldId="262"/>
            <ac:spMk id="21" creationId="{DCA5172B-100A-154D-8648-280629D67DD0}"/>
          </ac:spMkLst>
        </pc:spChg>
        <pc:spChg chg="add">
          <ac:chgData name="Vadim Nikitaev" userId="ac4409ddac901ccf" providerId="Windows Live" clId="Web-{649543FF-F793-E257-F048-E59F5EF0D13E}" dt="2024-12-08T15:38:57.705" v="67"/>
          <ac:spMkLst>
            <pc:docMk/>
            <pc:sldMk cId="3396223086" sldId="262"/>
            <ac:spMk id="23" creationId="{5610EA52-8D85-ED4E-9B4F-4D5E1BE16050}"/>
          </ac:spMkLst>
        </pc:spChg>
        <pc:spChg chg="add">
          <ac:chgData name="Vadim Nikitaev" userId="ac4409ddac901ccf" providerId="Windows Live" clId="Web-{649543FF-F793-E257-F048-E59F5EF0D13E}" dt="2024-12-08T15:38:57.705" v="67"/>
          <ac:spMkLst>
            <pc:docMk/>
            <pc:sldMk cId="3396223086" sldId="262"/>
            <ac:spMk id="25" creationId="{E66CC1C4-3013-CB4A-8BF8-FDFE9B8E482A}"/>
          </ac:spMkLst>
        </pc:spChg>
      </pc:sldChg>
      <pc:sldChg chg="addSp modSp new mod setBg">
        <pc:chgData name="Vadim Nikitaev" userId="ac4409ddac901ccf" providerId="Windows Live" clId="Web-{649543FF-F793-E257-F048-E59F5EF0D13E}" dt="2024-12-08T15:40:02.457" v="106" actId="20577"/>
        <pc:sldMkLst>
          <pc:docMk/>
          <pc:sldMk cId="1871738398" sldId="263"/>
        </pc:sldMkLst>
        <pc:spChg chg="mod">
          <ac:chgData name="Vadim Nikitaev" userId="ac4409ddac901ccf" providerId="Windows Live" clId="Web-{649543FF-F793-E257-F048-E59F5EF0D13E}" dt="2024-12-08T15:39:52.035" v="101"/>
          <ac:spMkLst>
            <pc:docMk/>
            <pc:sldMk cId="1871738398" sldId="263"/>
            <ac:spMk id="2" creationId="{A47C5D19-6B48-7F7F-398D-7147D2AF9A8C}"/>
          </ac:spMkLst>
        </pc:spChg>
        <pc:spChg chg="mod">
          <ac:chgData name="Vadim Nikitaev" userId="ac4409ddac901ccf" providerId="Windows Live" clId="Web-{649543FF-F793-E257-F048-E59F5EF0D13E}" dt="2024-12-08T15:40:02.457" v="106" actId="20577"/>
          <ac:spMkLst>
            <pc:docMk/>
            <pc:sldMk cId="1871738398" sldId="263"/>
            <ac:spMk id="3" creationId="{0E44A5DC-5819-D327-2BF4-804E378C0AD4}"/>
          </ac:spMkLst>
        </pc:spChg>
        <pc:spChg chg="add">
          <ac:chgData name="Vadim Nikitaev" userId="ac4409ddac901ccf" providerId="Windows Live" clId="Web-{649543FF-F793-E257-F048-E59F5EF0D13E}" dt="2024-12-08T15:39:52.035" v="101"/>
          <ac:spMkLst>
            <pc:docMk/>
            <pc:sldMk cId="1871738398" sldId="263"/>
            <ac:spMk id="8" creationId="{579E3846-8D0B-B14A-817A-7FAC9DDAB4D8}"/>
          </ac:spMkLst>
        </pc:spChg>
        <pc:spChg chg="add">
          <ac:chgData name="Vadim Nikitaev" userId="ac4409ddac901ccf" providerId="Windows Live" clId="Web-{649543FF-F793-E257-F048-E59F5EF0D13E}" dt="2024-12-08T15:39:52.035" v="101"/>
          <ac:spMkLst>
            <pc:docMk/>
            <pc:sldMk cId="1871738398" sldId="263"/>
            <ac:spMk id="10" creationId="{DCA5172B-100A-154D-8648-280629D67DD0}"/>
          </ac:spMkLst>
        </pc:spChg>
        <pc:spChg chg="add">
          <ac:chgData name="Vadim Nikitaev" userId="ac4409ddac901ccf" providerId="Windows Live" clId="Web-{649543FF-F793-E257-F048-E59F5EF0D13E}" dt="2024-12-08T15:39:52.035" v="101"/>
          <ac:spMkLst>
            <pc:docMk/>
            <pc:sldMk cId="1871738398" sldId="263"/>
            <ac:spMk id="12" creationId="{37A9EF9F-F5F8-3B4C-B721-17C0A18761C3}"/>
          </ac:spMkLst>
        </pc:spChg>
        <pc:spChg chg="add">
          <ac:chgData name="Vadim Nikitaev" userId="ac4409ddac901ccf" providerId="Windows Live" clId="Web-{649543FF-F793-E257-F048-E59F5EF0D13E}" dt="2024-12-08T15:39:52.035" v="101"/>
          <ac:spMkLst>
            <pc:docMk/>
            <pc:sldMk cId="1871738398" sldId="263"/>
            <ac:spMk id="14" creationId="{6DEB3960-7668-064C-B56F-2B18221DED16}"/>
          </ac:spMkLst>
        </pc:spChg>
      </pc:sldChg>
      <pc:sldChg chg="addSp modSp new mod setBg">
        <pc:chgData name="Vadim Nikitaev" userId="ac4409ddac901ccf" providerId="Windows Live" clId="Web-{649543FF-F793-E257-F048-E59F5EF0D13E}" dt="2024-12-08T15:41:50.430" v="155"/>
        <pc:sldMkLst>
          <pc:docMk/>
          <pc:sldMk cId="3284818914" sldId="264"/>
        </pc:sldMkLst>
        <pc:spChg chg="mod">
          <ac:chgData name="Vadim Nikitaev" userId="ac4409ddac901ccf" providerId="Windows Live" clId="Web-{649543FF-F793-E257-F048-E59F5EF0D13E}" dt="2024-12-08T15:41:50.430" v="155"/>
          <ac:spMkLst>
            <pc:docMk/>
            <pc:sldMk cId="3284818914" sldId="264"/>
            <ac:spMk id="2" creationId="{183C0B4C-D958-8A82-DCC1-C61064671D06}"/>
          </ac:spMkLst>
        </pc:spChg>
        <pc:spChg chg="mod">
          <ac:chgData name="Vadim Nikitaev" userId="ac4409ddac901ccf" providerId="Windows Live" clId="Web-{649543FF-F793-E257-F048-E59F5EF0D13E}" dt="2024-12-08T15:41:50.430" v="155"/>
          <ac:spMkLst>
            <pc:docMk/>
            <pc:sldMk cId="3284818914" sldId="264"/>
            <ac:spMk id="3" creationId="{C4811A0C-AD46-9CFA-2AB3-8735640110EC}"/>
          </ac:spMkLst>
        </pc:spChg>
        <pc:spChg chg="add">
          <ac:chgData name="Vadim Nikitaev" userId="ac4409ddac901ccf" providerId="Windows Live" clId="Web-{649543FF-F793-E257-F048-E59F5EF0D13E}" dt="2024-12-08T15:41:50.430" v="155"/>
          <ac:spMkLst>
            <pc:docMk/>
            <pc:sldMk cId="3284818914" sldId="264"/>
            <ac:spMk id="8" creationId="{579E3846-8D0B-B14A-817A-7FAC9DDAB4D8}"/>
          </ac:spMkLst>
        </pc:spChg>
        <pc:spChg chg="add">
          <ac:chgData name="Vadim Nikitaev" userId="ac4409ddac901ccf" providerId="Windows Live" clId="Web-{649543FF-F793-E257-F048-E59F5EF0D13E}" dt="2024-12-08T15:41:50.430" v="155"/>
          <ac:spMkLst>
            <pc:docMk/>
            <pc:sldMk cId="3284818914" sldId="264"/>
            <ac:spMk id="10" creationId="{DCA5172B-100A-154D-8648-280629D67DD0}"/>
          </ac:spMkLst>
        </pc:spChg>
        <pc:spChg chg="add">
          <ac:chgData name="Vadim Nikitaev" userId="ac4409ddac901ccf" providerId="Windows Live" clId="Web-{649543FF-F793-E257-F048-E59F5EF0D13E}" dt="2024-12-08T15:41:50.430" v="155"/>
          <ac:spMkLst>
            <pc:docMk/>
            <pc:sldMk cId="3284818914" sldId="264"/>
            <ac:spMk id="12" creationId="{37A9EF9F-F5F8-3B4C-B721-17C0A18761C3}"/>
          </ac:spMkLst>
        </pc:spChg>
        <pc:spChg chg="add">
          <ac:chgData name="Vadim Nikitaev" userId="ac4409ddac901ccf" providerId="Windows Live" clId="Web-{649543FF-F793-E257-F048-E59F5EF0D13E}" dt="2024-12-08T15:41:50.430" v="155"/>
          <ac:spMkLst>
            <pc:docMk/>
            <pc:sldMk cId="3284818914" sldId="264"/>
            <ac:spMk id="14" creationId="{6DEB3960-7668-064C-B56F-2B18221DED16}"/>
          </ac:spMkLst>
        </pc:spChg>
      </pc:sldChg>
      <pc:sldChg chg="modSp new del">
        <pc:chgData name="Vadim Nikitaev" userId="ac4409ddac901ccf" providerId="Windows Live" clId="Web-{649543FF-F793-E257-F048-E59F5EF0D13E}" dt="2024-12-08T15:42:42.916" v="158"/>
        <pc:sldMkLst>
          <pc:docMk/>
          <pc:sldMk cId="1057107698" sldId="265"/>
        </pc:sldMkLst>
        <pc:spChg chg="mod">
          <ac:chgData name="Vadim Nikitaev" userId="ac4409ddac901ccf" providerId="Windows Live" clId="Web-{649543FF-F793-E257-F048-E59F5EF0D13E}" dt="2024-12-08T15:42:09.571" v="157" actId="20577"/>
          <ac:spMkLst>
            <pc:docMk/>
            <pc:sldMk cId="1057107698" sldId="265"/>
            <ac:spMk id="2" creationId="{0B0D985B-84A4-BB28-A2E4-A093941E9A6F}"/>
          </ac:spMkLst>
        </pc:spChg>
      </pc:sldChg>
    </pc:docChg>
  </pc:docChgLst>
  <pc:docChgLst>
    <pc:chgData name="Vadim Nikitaev" userId="ac4409ddac901ccf" providerId="Windows Live" clId="Web-{CE4DE4F5-7E3C-4514-318C-B1FB5AEBB885}"/>
    <pc:docChg chg="addSld delSld modSld addMainMaster delMainMaster">
      <pc:chgData name="Vadim Nikitaev" userId="ac4409ddac901ccf" providerId="Windows Live" clId="Web-{CE4DE4F5-7E3C-4514-318C-B1FB5AEBB885}" dt="2024-12-07T14:03:07.557" v="63"/>
      <pc:docMkLst>
        <pc:docMk/>
      </pc:docMkLst>
      <pc:sldChg chg="addSp modSp mod setBg modClrScheme chgLayout">
        <pc:chgData name="Vadim Nikitaev" userId="ac4409ddac901ccf" providerId="Windows Live" clId="Web-{CE4DE4F5-7E3C-4514-318C-B1FB5AEBB885}" dt="2024-12-07T13:56:23.448" v="2"/>
        <pc:sldMkLst>
          <pc:docMk/>
          <pc:sldMk cId="1351651579" sldId="256"/>
        </pc:sldMkLst>
        <pc:spChg chg="mod">
          <ac:chgData name="Vadim Nikitaev" userId="ac4409ddac901ccf" providerId="Windows Live" clId="Web-{CE4DE4F5-7E3C-4514-318C-B1FB5AEBB885}" dt="2024-12-07T13:56:23.448" v="2"/>
          <ac:spMkLst>
            <pc:docMk/>
            <pc:sldMk cId="1351651579" sldId="256"/>
            <ac:spMk id="2" creationId="{00000000-0000-0000-0000-000000000000}"/>
          </ac:spMkLst>
        </pc:spChg>
        <pc:spChg chg="mod">
          <ac:chgData name="Vadim Nikitaev" userId="ac4409ddac901ccf" providerId="Windows Live" clId="Web-{CE4DE4F5-7E3C-4514-318C-B1FB5AEBB885}" dt="2024-12-07T13:56:23.448" v="2"/>
          <ac:spMkLst>
            <pc:docMk/>
            <pc:sldMk cId="1351651579" sldId="256"/>
            <ac:spMk id="3" creationId="{00000000-0000-0000-0000-000000000000}"/>
          </ac:spMkLst>
        </pc:spChg>
        <pc:spChg chg="add">
          <ac:chgData name="Vadim Nikitaev" userId="ac4409ddac901ccf" providerId="Windows Live" clId="Web-{CE4DE4F5-7E3C-4514-318C-B1FB5AEBB885}" dt="2024-12-07T13:56:23.448" v="2"/>
          <ac:spMkLst>
            <pc:docMk/>
            <pc:sldMk cId="1351651579" sldId="256"/>
            <ac:spMk id="8" creationId="{6CA2C65D-0168-1245-86C8-62A8A6F7B813}"/>
          </ac:spMkLst>
        </pc:spChg>
        <pc:spChg chg="add">
          <ac:chgData name="Vadim Nikitaev" userId="ac4409ddac901ccf" providerId="Windows Live" clId="Web-{CE4DE4F5-7E3C-4514-318C-B1FB5AEBB885}" dt="2024-12-07T13:56:23.448" v="2"/>
          <ac:spMkLst>
            <pc:docMk/>
            <pc:sldMk cId="1351651579" sldId="256"/>
            <ac:spMk id="10" creationId="{755E9273-3717-C94C-9BFF-75E87E47C46A}"/>
          </ac:spMkLst>
        </pc:spChg>
        <pc:spChg chg="add">
          <ac:chgData name="Vadim Nikitaev" userId="ac4409ddac901ccf" providerId="Windows Live" clId="Web-{CE4DE4F5-7E3C-4514-318C-B1FB5AEBB885}" dt="2024-12-07T13:56:23.448" v="2"/>
          <ac:spMkLst>
            <pc:docMk/>
            <pc:sldMk cId="1351651579" sldId="256"/>
            <ac:spMk id="12" creationId="{7538ACEC-EE74-2045-988F-C377BD632619}"/>
          </ac:spMkLst>
        </pc:spChg>
        <pc:spChg chg="add">
          <ac:chgData name="Vadim Nikitaev" userId="ac4409ddac901ccf" providerId="Windows Live" clId="Web-{CE4DE4F5-7E3C-4514-318C-B1FB5AEBB885}" dt="2024-12-07T13:56:23.448" v="2"/>
          <ac:spMkLst>
            <pc:docMk/>
            <pc:sldMk cId="1351651579" sldId="256"/>
            <ac:spMk id="14" creationId="{A1F35926-4768-7942-AA72-41D0B68153F2}"/>
          </ac:spMkLst>
        </pc:spChg>
      </pc:sldChg>
      <pc:sldChg chg="addSp modSp new mod setBg">
        <pc:chgData name="Vadim Nikitaev" userId="ac4409ddac901ccf" providerId="Windows Live" clId="Web-{CE4DE4F5-7E3C-4514-318C-B1FB5AEBB885}" dt="2024-12-07T13:58:56.079" v="30" actId="20577"/>
        <pc:sldMkLst>
          <pc:docMk/>
          <pc:sldMk cId="1275010496" sldId="257"/>
        </pc:sldMkLst>
        <pc:spChg chg="mod">
          <ac:chgData name="Vadim Nikitaev" userId="ac4409ddac901ccf" providerId="Windows Live" clId="Web-{CE4DE4F5-7E3C-4514-318C-B1FB5AEBB885}" dt="2024-12-07T13:57:34.685" v="12"/>
          <ac:spMkLst>
            <pc:docMk/>
            <pc:sldMk cId="1275010496" sldId="257"/>
            <ac:spMk id="2" creationId="{39BA5887-3426-1C44-6149-9C0C104682CF}"/>
          </ac:spMkLst>
        </pc:spChg>
        <pc:spChg chg="mod">
          <ac:chgData name="Vadim Nikitaev" userId="ac4409ddac901ccf" providerId="Windows Live" clId="Web-{CE4DE4F5-7E3C-4514-318C-B1FB5AEBB885}" dt="2024-12-07T13:58:56.079" v="30" actId="20577"/>
          <ac:spMkLst>
            <pc:docMk/>
            <pc:sldMk cId="1275010496" sldId="257"/>
            <ac:spMk id="3" creationId="{17E2481D-2070-508B-3071-41762750615D}"/>
          </ac:spMkLst>
        </pc:spChg>
        <pc:spChg chg="add">
          <ac:chgData name="Vadim Nikitaev" userId="ac4409ddac901ccf" providerId="Windows Live" clId="Web-{CE4DE4F5-7E3C-4514-318C-B1FB5AEBB885}" dt="2024-12-07T13:57:34.685" v="12"/>
          <ac:spMkLst>
            <pc:docMk/>
            <pc:sldMk cId="1275010496" sldId="257"/>
            <ac:spMk id="8" creationId="{579E3846-8D0B-B14A-817A-7FAC9DDAB4D8}"/>
          </ac:spMkLst>
        </pc:spChg>
        <pc:spChg chg="add">
          <ac:chgData name="Vadim Nikitaev" userId="ac4409ddac901ccf" providerId="Windows Live" clId="Web-{CE4DE4F5-7E3C-4514-318C-B1FB5AEBB885}" dt="2024-12-07T13:57:34.685" v="12"/>
          <ac:spMkLst>
            <pc:docMk/>
            <pc:sldMk cId="1275010496" sldId="257"/>
            <ac:spMk id="10" creationId="{BFE11F32-4970-9344-8DCB-74356B3125CF}"/>
          </ac:spMkLst>
        </pc:spChg>
        <pc:spChg chg="add">
          <ac:chgData name="Vadim Nikitaev" userId="ac4409ddac901ccf" providerId="Windows Live" clId="Web-{CE4DE4F5-7E3C-4514-318C-B1FB5AEBB885}" dt="2024-12-07T13:57:34.685" v="12"/>
          <ac:spMkLst>
            <pc:docMk/>
            <pc:sldMk cId="1275010496" sldId="257"/>
            <ac:spMk id="12" creationId="{16FF562B-6BB4-A942-A885-340D8F0E4BBE}"/>
          </ac:spMkLst>
        </pc:spChg>
        <pc:spChg chg="add">
          <ac:chgData name="Vadim Nikitaev" userId="ac4409ddac901ccf" providerId="Windows Live" clId="Web-{CE4DE4F5-7E3C-4514-318C-B1FB5AEBB885}" dt="2024-12-07T13:57:34.685" v="12"/>
          <ac:spMkLst>
            <pc:docMk/>
            <pc:sldMk cId="1275010496" sldId="257"/>
            <ac:spMk id="14" creationId="{DCA5172B-100A-154D-8648-280629D67DD0}"/>
          </ac:spMkLst>
        </pc:spChg>
      </pc:sldChg>
      <pc:sldChg chg="addSp modSp new mod setBg">
        <pc:chgData name="Vadim Nikitaev" userId="ac4409ddac901ccf" providerId="Windows Live" clId="Web-{CE4DE4F5-7E3C-4514-318C-B1FB5AEBB885}" dt="2024-12-07T14:02:57.150" v="61" actId="20577"/>
        <pc:sldMkLst>
          <pc:docMk/>
          <pc:sldMk cId="144688316" sldId="258"/>
        </pc:sldMkLst>
        <pc:spChg chg="mod">
          <ac:chgData name="Vadim Nikitaev" userId="ac4409ddac901ccf" providerId="Windows Live" clId="Web-{CE4DE4F5-7E3C-4514-318C-B1FB5AEBB885}" dt="2024-12-07T14:02:36.790" v="57"/>
          <ac:spMkLst>
            <pc:docMk/>
            <pc:sldMk cId="144688316" sldId="258"/>
            <ac:spMk id="2" creationId="{7286A879-AE3E-12C0-C217-B7A9D72630FA}"/>
          </ac:spMkLst>
        </pc:spChg>
        <pc:spChg chg="mod">
          <ac:chgData name="Vadim Nikitaev" userId="ac4409ddac901ccf" providerId="Windows Live" clId="Web-{CE4DE4F5-7E3C-4514-318C-B1FB5AEBB885}" dt="2024-12-07T14:02:57.150" v="61" actId="20577"/>
          <ac:spMkLst>
            <pc:docMk/>
            <pc:sldMk cId="144688316" sldId="258"/>
            <ac:spMk id="3" creationId="{D18DD3E5-9C4B-F067-52B9-FF590161A89F}"/>
          </ac:spMkLst>
        </pc:spChg>
        <pc:spChg chg="add">
          <ac:chgData name="Vadim Nikitaev" userId="ac4409ddac901ccf" providerId="Windows Live" clId="Web-{CE4DE4F5-7E3C-4514-318C-B1FB5AEBB885}" dt="2024-12-07T14:02:36.790" v="57"/>
          <ac:spMkLst>
            <pc:docMk/>
            <pc:sldMk cId="144688316" sldId="258"/>
            <ac:spMk id="8" creationId="{579E3846-8D0B-B14A-817A-7FAC9DDAB4D8}"/>
          </ac:spMkLst>
        </pc:spChg>
        <pc:spChg chg="add">
          <ac:chgData name="Vadim Nikitaev" userId="ac4409ddac901ccf" providerId="Windows Live" clId="Web-{CE4DE4F5-7E3C-4514-318C-B1FB5AEBB885}" dt="2024-12-07T14:02:36.790" v="57"/>
          <ac:spMkLst>
            <pc:docMk/>
            <pc:sldMk cId="144688316" sldId="258"/>
            <ac:spMk id="10" creationId="{51BAD0FF-E824-4446-B45B-97AE09094B81}"/>
          </ac:spMkLst>
        </pc:spChg>
        <pc:spChg chg="add">
          <ac:chgData name="Vadim Nikitaev" userId="ac4409ddac901ccf" providerId="Windows Live" clId="Web-{CE4DE4F5-7E3C-4514-318C-B1FB5AEBB885}" dt="2024-12-07T14:02:36.790" v="57"/>
          <ac:spMkLst>
            <pc:docMk/>
            <pc:sldMk cId="144688316" sldId="258"/>
            <ac:spMk id="12" creationId="{0D8FDD6E-0FB9-5542-B194-9DD8BD806874}"/>
          </ac:spMkLst>
        </pc:spChg>
        <pc:spChg chg="add">
          <ac:chgData name="Vadim Nikitaev" userId="ac4409ddac901ccf" providerId="Windows Live" clId="Web-{CE4DE4F5-7E3C-4514-318C-B1FB5AEBB885}" dt="2024-12-07T14:02:36.790" v="57"/>
          <ac:spMkLst>
            <pc:docMk/>
            <pc:sldMk cId="144688316" sldId="258"/>
            <ac:spMk id="14" creationId="{DCA5172B-100A-154D-8648-280629D67DD0}"/>
          </ac:spMkLst>
        </pc:spChg>
      </pc:sldChg>
      <pc:sldChg chg="modSp new del">
        <pc:chgData name="Vadim Nikitaev" userId="ac4409ddac901ccf" providerId="Windows Live" clId="Web-{CE4DE4F5-7E3C-4514-318C-B1FB5AEBB885}" dt="2024-12-07T14:02:16.696" v="51"/>
        <pc:sldMkLst>
          <pc:docMk/>
          <pc:sldMk cId="1249144686" sldId="258"/>
        </pc:sldMkLst>
        <pc:spChg chg="mod">
          <ac:chgData name="Vadim Nikitaev" userId="ac4409ddac901ccf" providerId="Windows Live" clId="Web-{CE4DE4F5-7E3C-4514-318C-B1FB5AEBB885}" dt="2024-12-07T14:02:11.367" v="48" actId="20577"/>
          <ac:spMkLst>
            <pc:docMk/>
            <pc:sldMk cId="1249144686" sldId="258"/>
            <ac:spMk id="2" creationId="{6F3770B0-FF6F-C24E-4DE1-96B239992169}"/>
          </ac:spMkLst>
        </pc:spChg>
        <pc:spChg chg="mod">
          <ac:chgData name="Vadim Nikitaev" userId="ac4409ddac901ccf" providerId="Windows Live" clId="Web-{CE4DE4F5-7E3C-4514-318C-B1FB5AEBB885}" dt="2024-12-07T14:02:13.836" v="50" actId="20577"/>
          <ac:spMkLst>
            <pc:docMk/>
            <pc:sldMk cId="1249144686" sldId="258"/>
            <ac:spMk id="3" creationId="{E0DB5A6B-F0F3-83A3-D8A9-BFFF2C555445}"/>
          </ac:spMkLst>
        </pc:spChg>
      </pc:sldChg>
      <pc:sldChg chg="new">
        <pc:chgData name="Vadim Nikitaev" userId="ac4409ddac901ccf" providerId="Windows Live" clId="Web-{CE4DE4F5-7E3C-4514-318C-B1FB5AEBB885}" dt="2024-12-07T14:03:07.401" v="62"/>
        <pc:sldMkLst>
          <pc:docMk/>
          <pc:sldMk cId="3311237910" sldId="259"/>
        </pc:sldMkLst>
      </pc:sldChg>
      <pc:sldChg chg="new">
        <pc:chgData name="Vadim Nikitaev" userId="ac4409ddac901ccf" providerId="Windows Live" clId="Web-{CE4DE4F5-7E3C-4514-318C-B1FB5AEBB885}" dt="2024-12-07T14:03:07.557" v="63"/>
        <pc:sldMkLst>
          <pc:docMk/>
          <pc:sldMk cId="2430260500" sldId="260"/>
        </pc:sldMkLst>
      </pc:sldChg>
      <pc:sldMasterChg chg="del delSldLayout">
        <pc:chgData name="Vadim Nikitaev" userId="ac4409ddac901ccf" providerId="Windows Live" clId="Web-{CE4DE4F5-7E3C-4514-318C-B1FB5AEBB885}" dt="2024-12-07T13:56:23.448" v="2"/>
        <pc:sldMasterMkLst>
          <pc:docMk/>
          <pc:sldMasterMk cId="3154979492" sldId="2147483648"/>
        </pc:sldMasterMkLst>
        <pc:sldLayoutChg chg="del">
          <pc:chgData name="Vadim Nikitaev" userId="ac4409ddac901ccf" providerId="Windows Live" clId="Web-{CE4DE4F5-7E3C-4514-318C-B1FB5AEBB885}" dt="2024-12-07T13:56:23.448" v="2"/>
          <pc:sldLayoutMkLst>
            <pc:docMk/>
            <pc:sldMasterMk cId="3154979492" sldId="2147483648"/>
            <pc:sldLayoutMk cId="161079921" sldId="2147483649"/>
          </pc:sldLayoutMkLst>
        </pc:sldLayoutChg>
        <pc:sldLayoutChg chg="del">
          <pc:chgData name="Vadim Nikitaev" userId="ac4409ddac901ccf" providerId="Windows Live" clId="Web-{CE4DE4F5-7E3C-4514-318C-B1FB5AEBB885}" dt="2024-12-07T13:56:23.448" v="2"/>
          <pc:sldLayoutMkLst>
            <pc:docMk/>
            <pc:sldMasterMk cId="3154979492" sldId="2147483648"/>
            <pc:sldLayoutMk cId="2703711724" sldId="2147483650"/>
          </pc:sldLayoutMkLst>
        </pc:sldLayoutChg>
        <pc:sldLayoutChg chg="del">
          <pc:chgData name="Vadim Nikitaev" userId="ac4409ddac901ccf" providerId="Windows Live" clId="Web-{CE4DE4F5-7E3C-4514-318C-B1FB5AEBB885}" dt="2024-12-07T13:56:23.448" v="2"/>
          <pc:sldLayoutMkLst>
            <pc:docMk/>
            <pc:sldMasterMk cId="3154979492" sldId="2147483648"/>
            <pc:sldLayoutMk cId="4076369896" sldId="2147483651"/>
          </pc:sldLayoutMkLst>
        </pc:sldLayoutChg>
        <pc:sldLayoutChg chg="del">
          <pc:chgData name="Vadim Nikitaev" userId="ac4409ddac901ccf" providerId="Windows Live" clId="Web-{CE4DE4F5-7E3C-4514-318C-B1FB5AEBB885}" dt="2024-12-07T13:56:23.448" v="2"/>
          <pc:sldLayoutMkLst>
            <pc:docMk/>
            <pc:sldMasterMk cId="3154979492" sldId="2147483648"/>
            <pc:sldLayoutMk cId="2625762208" sldId="2147483652"/>
          </pc:sldLayoutMkLst>
        </pc:sldLayoutChg>
        <pc:sldLayoutChg chg="del">
          <pc:chgData name="Vadim Nikitaev" userId="ac4409ddac901ccf" providerId="Windows Live" clId="Web-{CE4DE4F5-7E3C-4514-318C-B1FB5AEBB885}" dt="2024-12-07T13:56:23.448" v="2"/>
          <pc:sldLayoutMkLst>
            <pc:docMk/>
            <pc:sldMasterMk cId="3154979492" sldId="2147483648"/>
            <pc:sldLayoutMk cId="188002762" sldId="2147483653"/>
          </pc:sldLayoutMkLst>
        </pc:sldLayoutChg>
        <pc:sldLayoutChg chg="del">
          <pc:chgData name="Vadim Nikitaev" userId="ac4409ddac901ccf" providerId="Windows Live" clId="Web-{CE4DE4F5-7E3C-4514-318C-B1FB5AEBB885}" dt="2024-12-07T13:56:23.448" v="2"/>
          <pc:sldLayoutMkLst>
            <pc:docMk/>
            <pc:sldMasterMk cId="3154979492" sldId="2147483648"/>
            <pc:sldLayoutMk cId="2295335545" sldId="2147483654"/>
          </pc:sldLayoutMkLst>
        </pc:sldLayoutChg>
        <pc:sldLayoutChg chg="del">
          <pc:chgData name="Vadim Nikitaev" userId="ac4409ddac901ccf" providerId="Windows Live" clId="Web-{CE4DE4F5-7E3C-4514-318C-B1FB5AEBB885}" dt="2024-12-07T13:56:23.448" v="2"/>
          <pc:sldLayoutMkLst>
            <pc:docMk/>
            <pc:sldMasterMk cId="3154979492" sldId="2147483648"/>
            <pc:sldLayoutMk cId="1988754143" sldId="2147483655"/>
          </pc:sldLayoutMkLst>
        </pc:sldLayoutChg>
        <pc:sldLayoutChg chg="del">
          <pc:chgData name="Vadim Nikitaev" userId="ac4409ddac901ccf" providerId="Windows Live" clId="Web-{CE4DE4F5-7E3C-4514-318C-B1FB5AEBB885}" dt="2024-12-07T13:56:23.448" v="2"/>
          <pc:sldLayoutMkLst>
            <pc:docMk/>
            <pc:sldMasterMk cId="3154979492" sldId="2147483648"/>
            <pc:sldLayoutMk cId="3665695281" sldId="2147483656"/>
          </pc:sldLayoutMkLst>
        </pc:sldLayoutChg>
        <pc:sldLayoutChg chg="del">
          <pc:chgData name="Vadim Nikitaev" userId="ac4409ddac901ccf" providerId="Windows Live" clId="Web-{CE4DE4F5-7E3C-4514-318C-B1FB5AEBB885}" dt="2024-12-07T13:56:23.448" v="2"/>
          <pc:sldLayoutMkLst>
            <pc:docMk/>
            <pc:sldMasterMk cId="3154979492" sldId="2147483648"/>
            <pc:sldLayoutMk cId="2134169247" sldId="2147483657"/>
          </pc:sldLayoutMkLst>
        </pc:sldLayoutChg>
        <pc:sldLayoutChg chg="del">
          <pc:chgData name="Vadim Nikitaev" userId="ac4409ddac901ccf" providerId="Windows Live" clId="Web-{CE4DE4F5-7E3C-4514-318C-B1FB5AEBB885}" dt="2024-12-07T13:56:23.448" v="2"/>
          <pc:sldLayoutMkLst>
            <pc:docMk/>
            <pc:sldMasterMk cId="3154979492" sldId="2147483648"/>
            <pc:sldLayoutMk cId="2065727480" sldId="2147483658"/>
          </pc:sldLayoutMkLst>
        </pc:sldLayoutChg>
        <pc:sldLayoutChg chg="del">
          <pc:chgData name="Vadim Nikitaev" userId="ac4409ddac901ccf" providerId="Windows Live" clId="Web-{CE4DE4F5-7E3C-4514-318C-B1FB5AEBB885}" dt="2024-12-07T13:56:23.448" v="2"/>
          <pc:sldLayoutMkLst>
            <pc:docMk/>
            <pc:sldMasterMk cId="3154979492" sldId="2147483648"/>
            <pc:sldLayoutMk cId="812261758" sldId="2147483659"/>
          </pc:sldLayoutMkLst>
        </pc:sldLayoutChg>
      </pc:sldMasterChg>
      <pc:sldMasterChg chg="add addSldLayout">
        <pc:chgData name="Vadim Nikitaev" userId="ac4409ddac901ccf" providerId="Windows Live" clId="Web-{CE4DE4F5-7E3C-4514-318C-B1FB5AEBB885}" dt="2024-12-07T13:56:23.448" v="2"/>
        <pc:sldMasterMkLst>
          <pc:docMk/>
          <pc:sldMasterMk cId="1535361005" sldId="2147483738"/>
        </pc:sldMasterMkLst>
        <pc:sldLayoutChg chg="add">
          <pc:chgData name="Vadim Nikitaev" userId="ac4409ddac901ccf" providerId="Windows Live" clId="Web-{CE4DE4F5-7E3C-4514-318C-B1FB5AEBB885}" dt="2024-12-07T13:56:23.448" v="2"/>
          <pc:sldLayoutMkLst>
            <pc:docMk/>
            <pc:sldMasterMk cId="1535361005" sldId="2147483738"/>
            <pc:sldLayoutMk cId="2825513590" sldId="2147483727"/>
          </pc:sldLayoutMkLst>
        </pc:sldLayoutChg>
        <pc:sldLayoutChg chg="add">
          <pc:chgData name="Vadim Nikitaev" userId="ac4409ddac901ccf" providerId="Windows Live" clId="Web-{CE4DE4F5-7E3C-4514-318C-B1FB5AEBB885}" dt="2024-12-07T13:56:23.448" v="2"/>
          <pc:sldLayoutMkLst>
            <pc:docMk/>
            <pc:sldMasterMk cId="1535361005" sldId="2147483738"/>
            <pc:sldLayoutMk cId="1976360092" sldId="2147483728"/>
          </pc:sldLayoutMkLst>
        </pc:sldLayoutChg>
        <pc:sldLayoutChg chg="add">
          <pc:chgData name="Vadim Nikitaev" userId="ac4409ddac901ccf" providerId="Windows Live" clId="Web-{CE4DE4F5-7E3C-4514-318C-B1FB5AEBB885}" dt="2024-12-07T13:56:23.448" v="2"/>
          <pc:sldLayoutMkLst>
            <pc:docMk/>
            <pc:sldMasterMk cId="1535361005" sldId="2147483738"/>
            <pc:sldLayoutMk cId="1426661697" sldId="2147483729"/>
          </pc:sldLayoutMkLst>
        </pc:sldLayoutChg>
        <pc:sldLayoutChg chg="add">
          <pc:chgData name="Vadim Nikitaev" userId="ac4409ddac901ccf" providerId="Windows Live" clId="Web-{CE4DE4F5-7E3C-4514-318C-B1FB5AEBB885}" dt="2024-12-07T13:56:23.448" v="2"/>
          <pc:sldLayoutMkLst>
            <pc:docMk/>
            <pc:sldMasterMk cId="1535361005" sldId="2147483738"/>
            <pc:sldLayoutMk cId="2770845822" sldId="2147483730"/>
          </pc:sldLayoutMkLst>
        </pc:sldLayoutChg>
        <pc:sldLayoutChg chg="add">
          <pc:chgData name="Vadim Nikitaev" userId="ac4409ddac901ccf" providerId="Windows Live" clId="Web-{CE4DE4F5-7E3C-4514-318C-B1FB5AEBB885}" dt="2024-12-07T13:56:23.448" v="2"/>
          <pc:sldLayoutMkLst>
            <pc:docMk/>
            <pc:sldMasterMk cId="1535361005" sldId="2147483738"/>
            <pc:sldLayoutMk cId="1876624967" sldId="2147483731"/>
          </pc:sldLayoutMkLst>
        </pc:sldLayoutChg>
        <pc:sldLayoutChg chg="add">
          <pc:chgData name="Vadim Nikitaev" userId="ac4409ddac901ccf" providerId="Windows Live" clId="Web-{CE4DE4F5-7E3C-4514-318C-B1FB5AEBB885}" dt="2024-12-07T13:56:23.448" v="2"/>
          <pc:sldLayoutMkLst>
            <pc:docMk/>
            <pc:sldMasterMk cId="1535361005" sldId="2147483738"/>
            <pc:sldLayoutMk cId="3728675400" sldId="2147483732"/>
          </pc:sldLayoutMkLst>
        </pc:sldLayoutChg>
        <pc:sldLayoutChg chg="add">
          <pc:chgData name="Vadim Nikitaev" userId="ac4409ddac901ccf" providerId="Windows Live" clId="Web-{CE4DE4F5-7E3C-4514-318C-B1FB5AEBB885}" dt="2024-12-07T13:56:23.448" v="2"/>
          <pc:sldLayoutMkLst>
            <pc:docMk/>
            <pc:sldMasterMk cId="1535361005" sldId="2147483738"/>
            <pc:sldLayoutMk cId="3470080726" sldId="2147483733"/>
          </pc:sldLayoutMkLst>
        </pc:sldLayoutChg>
        <pc:sldLayoutChg chg="add">
          <pc:chgData name="Vadim Nikitaev" userId="ac4409ddac901ccf" providerId="Windows Live" clId="Web-{CE4DE4F5-7E3C-4514-318C-B1FB5AEBB885}" dt="2024-12-07T13:56:23.448" v="2"/>
          <pc:sldLayoutMkLst>
            <pc:docMk/>
            <pc:sldMasterMk cId="1535361005" sldId="2147483738"/>
            <pc:sldLayoutMk cId="1819120797" sldId="2147483734"/>
          </pc:sldLayoutMkLst>
        </pc:sldLayoutChg>
        <pc:sldLayoutChg chg="add">
          <pc:chgData name="Vadim Nikitaev" userId="ac4409ddac901ccf" providerId="Windows Live" clId="Web-{CE4DE4F5-7E3C-4514-318C-B1FB5AEBB885}" dt="2024-12-07T13:56:23.448" v="2"/>
          <pc:sldLayoutMkLst>
            <pc:docMk/>
            <pc:sldMasterMk cId="1535361005" sldId="2147483738"/>
            <pc:sldLayoutMk cId="3209579468" sldId="2147483735"/>
          </pc:sldLayoutMkLst>
        </pc:sldLayoutChg>
        <pc:sldLayoutChg chg="add">
          <pc:chgData name="Vadim Nikitaev" userId="ac4409ddac901ccf" providerId="Windows Live" clId="Web-{CE4DE4F5-7E3C-4514-318C-B1FB5AEBB885}" dt="2024-12-07T13:56:23.448" v="2"/>
          <pc:sldLayoutMkLst>
            <pc:docMk/>
            <pc:sldMasterMk cId="1535361005" sldId="2147483738"/>
            <pc:sldLayoutMk cId="669776793" sldId="2147483736"/>
          </pc:sldLayoutMkLst>
        </pc:sldLayoutChg>
        <pc:sldLayoutChg chg="add">
          <pc:chgData name="Vadim Nikitaev" userId="ac4409ddac901ccf" providerId="Windows Live" clId="Web-{CE4DE4F5-7E3C-4514-318C-B1FB5AEBB885}" dt="2024-12-07T13:56:23.448" v="2"/>
          <pc:sldLayoutMkLst>
            <pc:docMk/>
            <pc:sldMasterMk cId="1535361005" sldId="2147483738"/>
            <pc:sldLayoutMk cId="701217672" sldId="2147483737"/>
          </pc:sldLayoutMkLst>
        </pc:sldLayoutChg>
      </pc:sldMaster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Rectangle 48">
            <a:extLst>
              <a:ext uri="{FF2B5EF4-FFF2-40B4-BE49-F238E27FC236}">
                <a16:creationId xmlns:a16="http://schemas.microsoft.com/office/drawing/2014/main" id="{1D227D51-204B-ED48-AF9A-0BE9633FE04A}"/>
              </a:ext>
            </a:extLst>
          </p:cNvPr>
          <p:cNvSpPr/>
          <p:nvPr/>
        </p:nvSpPr>
        <p:spPr>
          <a:xfrm>
            <a:off x="5224243" y="1096772"/>
            <a:ext cx="6503180" cy="576122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Cross 49">
            <a:extLst>
              <a:ext uri="{FF2B5EF4-FFF2-40B4-BE49-F238E27FC236}">
                <a16:creationId xmlns:a16="http://schemas.microsoft.com/office/drawing/2014/main" id="{57A23F45-CDAE-8A40-8DE7-92A0BBC119B7}"/>
              </a:ext>
            </a:extLst>
          </p:cNvPr>
          <p:cNvSpPr/>
          <p:nvPr/>
        </p:nvSpPr>
        <p:spPr>
          <a:xfrm>
            <a:off x="5016811" y="5624450"/>
            <a:ext cx="524933" cy="524933"/>
          </a:xfrm>
          <a:prstGeom prst="plus">
            <a:avLst>
              <a:gd name="adj" fmla="val 39516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68546383-CCC4-544B-B0D8-DE78DE39BB78}"/>
              </a:ext>
            </a:extLst>
          </p:cNvPr>
          <p:cNvSpPr/>
          <p:nvPr/>
        </p:nvSpPr>
        <p:spPr>
          <a:xfrm>
            <a:off x="9881559" y="976630"/>
            <a:ext cx="1336774" cy="120142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A5D1728-714F-2942-A0D1-82FF9419B49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97106" y="1625608"/>
            <a:ext cx="8035342" cy="2722164"/>
          </a:xfrm>
        </p:spPr>
        <p:txBody>
          <a:bodyPr anchor="b"/>
          <a:lstStyle>
            <a:lvl1pPr algn="l">
              <a:defRPr sz="8000" spc="-15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BD072D4-1496-3347-BBF8-5879DF263BB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97106" y="4466845"/>
            <a:ext cx="8035342" cy="882904"/>
          </a:xfrm>
        </p:spPr>
        <p:txBody>
          <a:bodyPr/>
          <a:lstStyle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BEFC724-B499-364B-AEB5-B6517F6AD52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97105" y="5708747"/>
            <a:ext cx="3882843" cy="365125"/>
          </a:xfrm>
        </p:spPr>
        <p:txBody>
          <a:bodyPr/>
          <a:lstStyle>
            <a:lvl1pPr>
              <a:defRPr sz="1400"/>
            </a:lvl1pPr>
          </a:lstStyle>
          <a:p>
            <a:fld id="{73C3BD54-29B9-3D42-B178-776ED395AA85}" type="datetimeFigureOut">
              <a:rPr lang="en-US" smtClean="0"/>
              <a:pPr/>
              <a:t>12/8/2024</a:t>
            </a:fld>
            <a:endParaRPr lang="en-US" sz="140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033889C-A4E9-B24E-818F-46A1124C5D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40F50F-250E-6D45-AEBC-2573FED0C3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BB3423-611C-6944-BA94-F2572F3624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00807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Rectangle 48">
            <a:extLst>
              <a:ext uri="{FF2B5EF4-FFF2-40B4-BE49-F238E27FC236}">
                <a16:creationId xmlns:a16="http://schemas.microsoft.com/office/drawing/2014/main" id="{9F291BE0-7A7E-D04F-974F-9F4577FB2F46}"/>
              </a:ext>
            </a:extLst>
          </p:cNvPr>
          <p:cNvSpPr/>
          <p:nvPr/>
        </p:nvSpPr>
        <p:spPr>
          <a:xfrm>
            <a:off x="6163735" y="1096772"/>
            <a:ext cx="5571066" cy="576122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Cross 49">
            <a:extLst>
              <a:ext uri="{FF2B5EF4-FFF2-40B4-BE49-F238E27FC236}">
                <a16:creationId xmlns:a16="http://schemas.microsoft.com/office/drawing/2014/main" id="{BD33FF1F-6094-0B4A-A3E4-6B0D9283DB44}"/>
              </a:ext>
            </a:extLst>
          </p:cNvPr>
          <p:cNvSpPr/>
          <p:nvPr/>
        </p:nvSpPr>
        <p:spPr>
          <a:xfrm>
            <a:off x="11529484" y="5618903"/>
            <a:ext cx="524933" cy="524933"/>
          </a:xfrm>
          <a:prstGeom prst="plus">
            <a:avLst>
              <a:gd name="adj" fmla="val 39516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B78A6D9C-C7A5-414B-8CB7-E31470D7D280}"/>
              </a:ext>
            </a:extLst>
          </p:cNvPr>
          <p:cNvSpPr/>
          <p:nvPr/>
        </p:nvSpPr>
        <p:spPr>
          <a:xfrm>
            <a:off x="9881559" y="976630"/>
            <a:ext cx="1336774" cy="120142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21D850E-6310-C04D-8CAC-B7FA9F332D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5B7FB3-5DFC-6547-9567-C0ABE874C6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27D2DB-A7B1-204E-8416-E938952BCC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C3BD54-29B9-3D42-B178-776ED395AA85}" type="datetimeFigureOut">
              <a:rPr lang="en-US" smtClean="0"/>
              <a:t>12/8/2024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324BA1-E2D0-1E4B-9DB3-664FE27337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AE64B2-36E4-5A4E-A78A-A629829A33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BB3423-611C-6944-BA94-F2572F3624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91207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Rectangle 48">
            <a:extLst>
              <a:ext uri="{FF2B5EF4-FFF2-40B4-BE49-F238E27FC236}">
                <a16:creationId xmlns:a16="http://schemas.microsoft.com/office/drawing/2014/main" id="{C97F6C6D-13AE-FD40-841C-4AB96460C390}"/>
              </a:ext>
            </a:extLst>
          </p:cNvPr>
          <p:cNvSpPr/>
          <p:nvPr/>
        </p:nvSpPr>
        <p:spPr>
          <a:xfrm>
            <a:off x="4291015" y="1096772"/>
            <a:ext cx="7436404" cy="576122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Cross 49">
            <a:extLst>
              <a:ext uri="{FF2B5EF4-FFF2-40B4-BE49-F238E27FC236}">
                <a16:creationId xmlns:a16="http://schemas.microsoft.com/office/drawing/2014/main" id="{24E27617-2112-2342-9FF1-39F2A241CCCC}"/>
              </a:ext>
            </a:extLst>
          </p:cNvPr>
          <p:cNvSpPr/>
          <p:nvPr/>
        </p:nvSpPr>
        <p:spPr>
          <a:xfrm>
            <a:off x="4086371" y="5624450"/>
            <a:ext cx="524933" cy="524933"/>
          </a:xfrm>
          <a:prstGeom prst="plus">
            <a:avLst>
              <a:gd name="adj" fmla="val 39516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C33CE582-7AFE-D048-B5BC-212A12A28F25}"/>
              </a:ext>
            </a:extLst>
          </p:cNvPr>
          <p:cNvSpPr/>
          <p:nvPr/>
        </p:nvSpPr>
        <p:spPr>
          <a:xfrm>
            <a:off x="9881559" y="976630"/>
            <a:ext cx="1336774" cy="120142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D9EAEF4-E84F-CF40-B27B-01E1D2AFC9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5150" y="1881951"/>
            <a:ext cx="7335836" cy="1987707"/>
          </a:xfrm>
        </p:spPr>
        <p:txBody>
          <a:bodyPr anchor="b"/>
          <a:lstStyle>
            <a:lvl1pPr>
              <a:defRPr sz="6000" spc="-15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287B7E1-CC48-2441-975D-F1A5412B8A4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65149" y="3869661"/>
            <a:ext cx="7335836" cy="948465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526218-1FCF-7A4D-B138-D1B1DE91A4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C3BD54-29B9-3D42-B178-776ED395AA85}" type="datetimeFigureOut">
              <a:rPr lang="en-US" smtClean="0"/>
              <a:t>12/8/2024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984204-038C-FD4B-8E1C-0A9967BF22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359AB9-E1C6-C841-B423-FD2BB13C33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BB3423-611C-6944-BA94-F2572F3624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95794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AB057A-C120-5E4E-BB74-223EB6D005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9EB7BE-6258-C84C-8242-9865D1361C9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65111" y="2691637"/>
            <a:ext cx="4946643" cy="318973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73D23CD-80DB-5740-AE68-76414CA31A2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076903" y="2691637"/>
            <a:ext cx="4946639" cy="318973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3FE0921-9102-1440-B315-778888723C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C3BD54-29B9-3D42-B178-776ED395AA85}" type="datetimeFigureOut">
              <a:rPr lang="en-US" smtClean="0"/>
              <a:t>12/8/2024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4D7802F-1937-2F43-8FF4-846135D6F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0609C72-E794-4F4F-8E09-D4883EED7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BB3423-611C-6944-BA94-F2572F362413}" type="slidenum">
              <a:rPr lang="en-US" smtClean="0"/>
              <a:t>‹#›</a:t>
            </a:fld>
            <a:endParaRPr lang="en-US"/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FFEFA3E2-0F30-664C-AAE4-DE6526B5C716}"/>
              </a:ext>
            </a:extLst>
          </p:cNvPr>
          <p:cNvSpPr/>
          <p:nvPr/>
        </p:nvSpPr>
        <p:spPr>
          <a:xfrm>
            <a:off x="11738231" y="1096772"/>
            <a:ext cx="453769" cy="576122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2"/>
              </a:solidFill>
            </a:endParaRP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0C3D7AFF-BC7E-BA41-9C64-B5F9619C0EA1}"/>
              </a:ext>
            </a:extLst>
          </p:cNvPr>
          <p:cNvSpPr/>
          <p:nvPr/>
        </p:nvSpPr>
        <p:spPr>
          <a:xfrm>
            <a:off x="9881559" y="976630"/>
            <a:ext cx="1336774" cy="120142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Cross 10">
            <a:extLst>
              <a:ext uri="{FF2B5EF4-FFF2-40B4-BE49-F238E27FC236}">
                <a16:creationId xmlns:a16="http://schemas.microsoft.com/office/drawing/2014/main" id="{671D2311-E9B8-F041-A7B8-D5696903F22A}"/>
              </a:ext>
            </a:extLst>
          </p:cNvPr>
          <p:cNvSpPr/>
          <p:nvPr/>
        </p:nvSpPr>
        <p:spPr>
          <a:xfrm>
            <a:off x="11531286" y="5618903"/>
            <a:ext cx="524933" cy="524933"/>
          </a:xfrm>
          <a:prstGeom prst="plus">
            <a:avLst>
              <a:gd name="adj" fmla="val 39516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97767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09CA91-F119-0244-888A-95539A84DD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5110" y="1204721"/>
            <a:ext cx="8266175" cy="144475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08A3EAC-4422-D548-8D7F-E9944566FBA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65111" y="2691638"/>
            <a:ext cx="4946644" cy="823912"/>
          </a:xfrm>
        </p:spPr>
        <p:txBody>
          <a:bodyPr anchor="b"/>
          <a:lstStyle>
            <a:lvl1pPr marL="0" indent="0">
              <a:buNone/>
              <a:defRPr sz="28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9140CA2-88A9-CC42-A375-8B87E47CC5F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65111" y="3515550"/>
            <a:ext cx="4946644" cy="236629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05F960C-714E-2E4A-8141-A88F38274E4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076866" y="2691162"/>
            <a:ext cx="4946644" cy="823912"/>
          </a:xfrm>
        </p:spPr>
        <p:txBody>
          <a:bodyPr anchor="b"/>
          <a:lstStyle>
            <a:lvl1pPr marL="0" indent="0">
              <a:buNone/>
              <a:defRPr sz="28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697BC24-C907-EC4B-872D-17429A65771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076866" y="3515074"/>
            <a:ext cx="4946644" cy="236629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6E2A045-4283-3C47-B125-68CF3B19FB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C3BD54-29B9-3D42-B178-776ED395AA85}" type="datetimeFigureOut">
              <a:rPr lang="en-US" smtClean="0"/>
              <a:t>12/8/2024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EBC25BC-2C98-574D-BCCD-E36CAB07F2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CA5C95A-7789-E042-8471-D442D9BB54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BB3423-611C-6944-BA94-F2572F362413}" type="slidenum">
              <a:rPr lang="en-US" smtClean="0"/>
              <a:t>‹#›</a:t>
            </a:fld>
            <a:endParaRPr lang="en-US"/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3DF1BA5B-EDD8-B648-8A3E-E2B3570B1EA0}"/>
              </a:ext>
            </a:extLst>
          </p:cNvPr>
          <p:cNvSpPr/>
          <p:nvPr/>
        </p:nvSpPr>
        <p:spPr>
          <a:xfrm>
            <a:off x="11738231" y="1096772"/>
            <a:ext cx="453769" cy="576122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2"/>
              </a:solidFill>
            </a:endParaRP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D7476360-629C-DE48-85B7-F4BE6CC457DB}"/>
              </a:ext>
            </a:extLst>
          </p:cNvPr>
          <p:cNvSpPr/>
          <p:nvPr/>
        </p:nvSpPr>
        <p:spPr>
          <a:xfrm>
            <a:off x="9881559" y="976630"/>
            <a:ext cx="1336774" cy="120142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Cross 13">
            <a:extLst>
              <a:ext uri="{FF2B5EF4-FFF2-40B4-BE49-F238E27FC236}">
                <a16:creationId xmlns:a16="http://schemas.microsoft.com/office/drawing/2014/main" id="{C5F6C588-FC1B-3147-AFA1-CD7D76C5AEAC}"/>
              </a:ext>
            </a:extLst>
          </p:cNvPr>
          <p:cNvSpPr/>
          <p:nvPr/>
        </p:nvSpPr>
        <p:spPr>
          <a:xfrm>
            <a:off x="11531286" y="5618903"/>
            <a:ext cx="524933" cy="524933"/>
          </a:xfrm>
          <a:prstGeom prst="plus">
            <a:avLst>
              <a:gd name="adj" fmla="val 39516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12176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915401-5318-7045-8AE3-B1A99F2D82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6E2F55F-EB76-AE49-B554-12B65B636A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C3BD54-29B9-3D42-B178-776ED395AA85}" type="datetimeFigureOut">
              <a:rPr lang="en-US" smtClean="0"/>
              <a:t>12/8/2024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6CB6E6E-D81E-C44A-AC54-CBE0134C10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2E025B9-9F46-3049-9977-0119B96D39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BB3423-611C-6944-BA94-F2572F362413}" type="slidenum">
              <a:rPr lang="en-US" smtClean="0"/>
              <a:t>‹#›</a:t>
            </a:fld>
            <a:endParaRPr lang="en-US"/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65760068-EADA-2B4B-9819-CF981184FAEB}"/>
              </a:ext>
            </a:extLst>
          </p:cNvPr>
          <p:cNvSpPr/>
          <p:nvPr/>
        </p:nvSpPr>
        <p:spPr>
          <a:xfrm>
            <a:off x="9881559" y="976630"/>
            <a:ext cx="1336774" cy="120142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81DA7622-137E-184A-A93C-8DBB10318AE6}"/>
              </a:ext>
            </a:extLst>
          </p:cNvPr>
          <p:cNvSpPr/>
          <p:nvPr/>
        </p:nvSpPr>
        <p:spPr>
          <a:xfrm>
            <a:off x="11738231" y="1096772"/>
            <a:ext cx="453769" cy="576122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2"/>
              </a:solidFill>
            </a:endParaRPr>
          </a:p>
        </p:txBody>
      </p:sp>
      <p:sp>
        <p:nvSpPr>
          <p:cNvPr id="9" name="Cross 8">
            <a:extLst>
              <a:ext uri="{FF2B5EF4-FFF2-40B4-BE49-F238E27FC236}">
                <a16:creationId xmlns:a16="http://schemas.microsoft.com/office/drawing/2014/main" id="{54FB0990-6F8D-B048-8309-19B0D1A41033}"/>
              </a:ext>
            </a:extLst>
          </p:cNvPr>
          <p:cNvSpPr/>
          <p:nvPr/>
        </p:nvSpPr>
        <p:spPr>
          <a:xfrm>
            <a:off x="11531286" y="5618903"/>
            <a:ext cx="524933" cy="524933"/>
          </a:xfrm>
          <a:prstGeom prst="plus">
            <a:avLst>
              <a:gd name="adj" fmla="val 39516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66249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BAF81DD-2B1F-3444-8023-DD52318FE9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C3BD54-29B9-3D42-B178-776ED395AA85}" type="datetimeFigureOut">
              <a:rPr lang="en-US" smtClean="0"/>
              <a:t>12/8/2024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6927EE3-DAA3-D948-B8FD-48417540B5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C4532D4-FFBF-6C47-A6C9-D55196D91B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BB3423-611C-6944-BA94-F2572F362413}" type="slidenum">
              <a:rPr lang="en-US" smtClean="0"/>
              <a:t>‹#›</a:t>
            </a:fld>
            <a:endParaRPr lang="en-US"/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DB8D5541-7726-BA46-8BFA-BF6AA8D42BD7}"/>
              </a:ext>
            </a:extLst>
          </p:cNvPr>
          <p:cNvSpPr/>
          <p:nvPr/>
        </p:nvSpPr>
        <p:spPr>
          <a:xfrm>
            <a:off x="-1" y="1096772"/>
            <a:ext cx="263565" cy="576122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Cross 47">
            <a:extLst>
              <a:ext uri="{FF2B5EF4-FFF2-40B4-BE49-F238E27FC236}">
                <a16:creationId xmlns:a16="http://schemas.microsoft.com/office/drawing/2014/main" id="{97F434CF-7503-CE4F-8426-C312C6315AD0}"/>
              </a:ext>
            </a:extLst>
          </p:cNvPr>
          <p:cNvSpPr/>
          <p:nvPr/>
        </p:nvSpPr>
        <p:spPr>
          <a:xfrm>
            <a:off x="58248" y="5618903"/>
            <a:ext cx="524933" cy="524933"/>
          </a:xfrm>
          <a:prstGeom prst="plus">
            <a:avLst>
              <a:gd name="adj" fmla="val 39516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FEDBFB2F-FE34-E349-9484-C275FBE31614}"/>
              </a:ext>
            </a:extLst>
          </p:cNvPr>
          <p:cNvSpPr/>
          <p:nvPr/>
        </p:nvSpPr>
        <p:spPr>
          <a:xfrm>
            <a:off x="9881559" y="976630"/>
            <a:ext cx="1336774" cy="120142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55135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92DCFD-BEE6-AC49-BABD-D8B89C3B69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5149" y="1203800"/>
            <a:ext cx="4114800" cy="1077218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1DE035-8260-4443-B1D9-A9C8D58403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11813" y="1508252"/>
            <a:ext cx="5606518" cy="404588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6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CC1AA53-7507-D04B-9B8E-6A4F7122ECA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65149" y="2368295"/>
            <a:ext cx="4114800" cy="318583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356E11F-3003-0745-ACAB-FAA4E676EF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C3BD54-29B9-3D42-B178-776ED395AA85}" type="datetimeFigureOut">
              <a:rPr lang="en-US" smtClean="0"/>
              <a:t>12/8/2024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2BC11A6-59AC-FE45-8A1C-9DDC00582A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D6F51E-1A94-034C-BBEE-C26A3AF0E8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BB3423-611C-6944-BA94-F2572F362413}" type="slidenum">
              <a:rPr lang="en-US" smtClean="0"/>
              <a:t>‹#›</a:t>
            </a:fld>
            <a:endParaRPr lang="en-US"/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50B7D330-76C0-224C-9C3C-27C4D2B0DDB4}"/>
              </a:ext>
            </a:extLst>
          </p:cNvPr>
          <p:cNvSpPr/>
          <p:nvPr/>
        </p:nvSpPr>
        <p:spPr>
          <a:xfrm>
            <a:off x="9881559" y="976630"/>
            <a:ext cx="1336774" cy="120142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35464D55-5C51-844B-A38A-8143590FB934}"/>
              </a:ext>
            </a:extLst>
          </p:cNvPr>
          <p:cNvSpPr/>
          <p:nvPr/>
        </p:nvSpPr>
        <p:spPr>
          <a:xfrm>
            <a:off x="-1" y="1096772"/>
            <a:ext cx="263565" cy="576122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Cross 10">
            <a:extLst>
              <a:ext uri="{FF2B5EF4-FFF2-40B4-BE49-F238E27FC236}">
                <a16:creationId xmlns:a16="http://schemas.microsoft.com/office/drawing/2014/main" id="{FD988250-C554-DE44-B887-57D0B2AA8E37}"/>
              </a:ext>
            </a:extLst>
          </p:cNvPr>
          <p:cNvSpPr/>
          <p:nvPr/>
        </p:nvSpPr>
        <p:spPr>
          <a:xfrm>
            <a:off x="58248" y="5618903"/>
            <a:ext cx="524933" cy="524933"/>
          </a:xfrm>
          <a:prstGeom prst="plus">
            <a:avLst>
              <a:gd name="adj" fmla="val 39516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63600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686C7C-36AD-9A4E-8524-8F44E8839E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5149" y="1203800"/>
            <a:ext cx="4114800" cy="1077218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1015248-4C80-3348-A8A9-6C9F5D32FCE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631151" y="1096772"/>
            <a:ext cx="6096270" cy="5761228"/>
          </a:xfrm>
          <a:solidFill>
            <a:schemeClr val="bg2"/>
          </a:solidFill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74B3083-CA16-C54A-B130-7BEE6DF9D81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65149" y="2370666"/>
            <a:ext cx="4114800" cy="3183467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93C6EB5-D7D1-E247-B9D7-D319E5AAB9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C3BD54-29B9-3D42-B178-776ED395AA85}" type="datetimeFigureOut">
              <a:rPr lang="en-US" smtClean="0"/>
              <a:t>12/8/2024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5FBF6CC-F5C4-9847-BADB-8B7441C8F3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8763FE4-B2F5-7741-B517-533F1C98CE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BB3423-611C-6944-BA94-F2572F362413}" type="slidenum">
              <a:rPr lang="en-US" smtClean="0"/>
              <a:t>‹#›</a:t>
            </a:fld>
            <a:endParaRPr lang="en-US"/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AB80A771-7D8E-0F4A-93A3-B977667D338E}"/>
              </a:ext>
            </a:extLst>
          </p:cNvPr>
          <p:cNvSpPr/>
          <p:nvPr/>
        </p:nvSpPr>
        <p:spPr>
          <a:xfrm>
            <a:off x="9881559" y="976630"/>
            <a:ext cx="1336774" cy="120142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2C9320FA-0E3A-2749-9085-DF30FA26F4BD}"/>
              </a:ext>
            </a:extLst>
          </p:cNvPr>
          <p:cNvSpPr/>
          <p:nvPr/>
        </p:nvSpPr>
        <p:spPr>
          <a:xfrm>
            <a:off x="-1" y="1096772"/>
            <a:ext cx="263565" cy="576122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Cross 10">
            <a:extLst>
              <a:ext uri="{FF2B5EF4-FFF2-40B4-BE49-F238E27FC236}">
                <a16:creationId xmlns:a16="http://schemas.microsoft.com/office/drawing/2014/main" id="{5A3DF5D0-8A2C-A049-9132-EE1EF7D014D4}"/>
              </a:ext>
            </a:extLst>
          </p:cNvPr>
          <p:cNvSpPr/>
          <p:nvPr/>
        </p:nvSpPr>
        <p:spPr>
          <a:xfrm>
            <a:off x="58248" y="5618903"/>
            <a:ext cx="524933" cy="524933"/>
          </a:xfrm>
          <a:prstGeom prst="plus">
            <a:avLst>
              <a:gd name="adj" fmla="val 39516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66616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Rectangle 49">
            <a:extLst>
              <a:ext uri="{FF2B5EF4-FFF2-40B4-BE49-F238E27FC236}">
                <a16:creationId xmlns:a16="http://schemas.microsoft.com/office/drawing/2014/main" id="{9F6C0E12-251D-EA44-BF81-4ABDFBB94321}"/>
              </a:ext>
            </a:extLst>
          </p:cNvPr>
          <p:cNvSpPr/>
          <p:nvPr/>
        </p:nvSpPr>
        <p:spPr>
          <a:xfrm>
            <a:off x="7087169" y="1096772"/>
            <a:ext cx="4652226" cy="576122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EDC5FF4-095A-114E-87B6-73C7ADFF97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11E6EC9-9650-2042-8581-5B4082F9413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4A0800-B373-3B40-B187-30AFE44CDD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C3BD54-29B9-3D42-B178-776ED395AA85}" type="datetimeFigureOut">
              <a:rPr lang="en-US" smtClean="0"/>
              <a:t>12/8/2024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0A4C1C-C790-B449-8C06-78E8303F94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43E620-F86B-F447-AB06-DDAB391925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BB3423-611C-6944-BA94-F2572F362413}" type="slidenum">
              <a:rPr lang="en-US" smtClean="0"/>
              <a:t>‹#›</a:t>
            </a:fld>
            <a:endParaRPr lang="en-US"/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80487CB5-43E0-974C-9DDC-252A8A37107F}"/>
              </a:ext>
            </a:extLst>
          </p:cNvPr>
          <p:cNvSpPr/>
          <p:nvPr/>
        </p:nvSpPr>
        <p:spPr>
          <a:xfrm>
            <a:off x="9881559" y="976630"/>
            <a:ext cx="1336774" cy="120142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Cross 9">
            <a:extLst>
              <a:ext uri="{FF2B5EF4-FFF2-40B4-BE49-F238E27FC236}">
                <a16:creationId xmlns:a16="http://schemas.microsoft.com/office/drawing/2014/main" id="{E9CB83EF-4143-5A45-9B3A-9E70DD50253B}"/>
              </a:ext>
            </a:extLst>
          </p:cNvPr>
          <p:cNvSpPr/>
          <p:nvPr/>
        </p:nvSpPr>
        <p:spPr>
          <a:xfrm>
            <a:off x="11415183" y="5618903"/>
            <a:ext cx="524933" cy="524933"/>
          </a:xfrm>
          <a:prstGeom prst="plus">
            <a:avLst>
              <a:gd name="adj" fmla="val 39516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08458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09DF801-FF8E-6247-9065-D9304CD6093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355667" y="1204722"/>
            <a:ext cx="1853360" cy="467664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20E2615-7E4D-AB47-ACE6-236D716D7D2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973667" y="1204722"/>
            <a:ext cx="8274047" cy="469693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91F0223-5AC9-374E-BD0C-344F67E2A8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C3BD54-29B9-3D42-B178-776ED395AA85}" type="datetimeFigureOut">
              <a:rPr lang="en-US" smtClean="0"/>
              <a:t>12/8/2024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BEDD42-54A1-E648-8829-140EC4C571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8FDF8F-8DBC-8A47-8000-5BA35DF9F9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BB3423-611C-6944-BA94-F2572F362413}" type="slidenum">
              <a:rPr lang="en-US" smtClean="0"/>
              <a:t>‹#›</a:t>
            </a:fld>
            <a:endParaRPr lang="en-US"/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F2CE2A98-5154-A544-BE2A-FDC0811C19A0}"/>
              </a:ext>
            </a:extLst>
          </p:cNvPr>
          <p:cNvSpPr/>
          <p:nvPr/>
        </p:nvSpPr>
        <p:spPr>
          <a:xfrm>
            <a:off x="9881559" y="976630"/>
            <a:ext cx="1336774" cy="120142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DC4EC832-8181-5643-8A62-117E43F0E498}"/>
              </a:ext>
            </a:extLst>
          </p:cNvPr>
          <p:cNvSpPr/>
          <p:nvPr/>
        </p:nvSpPr>
        <p:spPr>
          <a:xfrm>
            <a:off x="-1" y="1096772"/>
            <a:ext cx="263565" cy="576122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Cross 9">
            <a:extLst>
              <a:ext uri="{FF2B5EF4-FFF2-40B4-BE49-F238E27FC236}">
                <a16:creationId xmlns:a16="http://schemas.microsoft.com/office/drawing/2014/main" id="{24AF3281-BC22-374D-A461-8B3181F600AA}"/>
              </a:ext>
            </a:extLst>
          </p:cNvPr>
          <p:cNvSpPr/>
          <p:nvPr/>
        </p:nvSpPr>
        <p:spPr>
          <a:xfrm>
            <a:off x="58248" y="5618903"/>
            <a:ext cx="524933" cy="524933"/>
          </a:xfrm>
          <a:prstGeom prst="plus">
            <a:avLst>
              <a:gd name="adj" fmla="val 39516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86754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8952BFD-D607-6845-9C7B-1C8D3B4EE7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5149" y="1204721"/>
            <a:ext cx="8267296" cy="144655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EBB52FF-3B04-8245-BF0B-89C9E293362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65150" y="2691638"/>
            <a:ext cx="8267296" cy="318858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A99BFE-CBDD-C344-A21E-44A52F11B66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65149" y="5949696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 anchorCtr="0"/>
          <a:lstStyle>
            <a:lvl1pPr algn="l">
              <a:defRPr lang="en-US" sz="1050" smtClean="0">
                <a:latin typeface="+mn-lt"/>
              </a:defRPr>
            </a:lvl1pPr>
          </a:lstStyle>
          <a:p>
            <a:fld id="{73C3BD54-29B9-3D42-B178-776ED395AA85}" type="datetimeFigureOut">
              <a:rPr lang="en-US" smtClean="0"/>
              <a:pPr/>
              <a:t>12/8/2024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DC371C0-3DCE-0743-946F-C7540DD7895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65150" y="543179"/>
            <a:ext cx="4114800" cy="246888"/>
          </a:xfrm>
          <a:prstGeom prst="rect">
            <a:avLst/>
          </a:prstGeom>
        </p:spPr>
        <p:txBody>
          <a:bodyPr vert="horz" lIns="91440" tIns="45720" rIns="91440" bIns="45720" rtlCol="0" anchor="ctr" anchorCtr="0"/>
          <a:lstStyle>
            <a:lvl1pPr algn="l">
              <a:defRPr lang="en-US" sz="1050"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E32ADB-4517-194F-8B4B-A9D26B3C02E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13024" y="511175"/>
            <a:ext cx="914400" cy="3108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00" b="0" i="0">
                <a:solidFill>
                  <a:schemeClr val="tx1"/>
                </a:solidFill>
                <a:latin typeface="+mn-lt"/>
              </a:defRPr>
            </a:lvl1pPr>
          </a:lstStyle>
          <a:p>
            <a:fld id="{86BB3423-611C-6944-BA94-F2572F36241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53610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3" r:id="rId1"/>
    <p:sldLayoutId id="2147483734" r:id="rId2"/>
    <p:sldLayoutId id="2147483735" r:id="rId3"/>
    <p:sldLayoutId id="2147483736" r:id="rId4"/>
    <p:sldLayoutId id="2147483737" r:id="rId5"/>
    <p:sldLayoutId id="2147483731" r:id="rId6"/>
    <p:sldLayoutId id="2147483727" r:id="rId7"/>
    <p:sldLayoutId id="2147483728" r:id="rId8"/>
    <p:sldLayoutId id="2147483729" r:id="rId9"/>
    <p:sldLayoutId id="2147483730" r:id="rId10"/>
    <p:sldLayoutId id="2147483732" r:id="rId11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Font typeface="System Font Regular"/>
        <a:buChar char="–"/>
        <a:defRPr sz="2400" b="0" i="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00000"/>
        </a:lnSpc>
        <a:spcBef>
          <a:spcPts val="500"/>
        </a:spcBef>
        <a:buFont typeface="System Font Regular"/>
        <a:buChar char="–"/>
        <a:defRPr sz="2000" b="0" i="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00000"/>
        </a:lnSpc>
        <a:spcBef>
          <a:spcPts val="500"/>
        </a:spcBef>
        <a:buFont typeface="System Font Regular"/>
        <a:buChar char="–"/>
        <a:defRPr sz="1800" b="0" i="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00000"/>
        </a:lnSpc>
        <a:spcBef>
          <a:spcPts val="500"/>
        </a:spcBef>
        <a:buFont typeface="System Font Regular"/>
        <a:buChar char="–"/>
        <a:defRPr sz="1600" b="0" i="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00000"/>
        </a:lnSpc>
        <a:spcBef>
          <a:spcPts val="500"/>
        </a:spcBef>
        <a:buFont typeface="System Font Regular"/>
        <a:buChar char="–"/>
        <a:defRPr sz="1600" b="0" i="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6CA2C65D-0168-1245-86C8-62A8A6F7B8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55E9273-3717-C94C-9BFF-75E87E47C4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881559" y="976630"/>
            <a:ext cx="1336774" cy="120142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538ACEC-EE74-2045-988F-C377BD6326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163735" y="1096772"/>
            <a:ext cx="5571066" cy="576122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Cross 13">
            <a:extLst>
              <a:ext uri="{FF2B5EF4-FFF2-40B4-BE49-F238E27FC236}">
                <a16:creationId xmlns:a16="http://schemas.microsoft.com/office/drawing/2014/main" id="{A1F35926-4768-7942-AA72-41D0B68153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529484" y="5618903"/>
            <a:ext cx="524933" cy="524933"/>
          </a:xfrm>
          <a:prstGeom prst="plus">
            <a:avLst>
              <a:gd name="adj" fmla="val 39516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797105" y="1625608"/>
            <a:ext cx="8966805" cy="2722164"/>
          </a:xfrm>
        </p:spPr>
        <p:txBody>
          <a:bodyPr anchor="t">
            <a:normAutofit/>
          </a:bodyPr>
          <a:lstStyle/>
          <a:p>
            <a:pPr>
              <a:lnSpc>
                <a:spcPct val="90000"/>
              </a:lnSpc>
            </a:pPr>
            <a:r>
              <a:rPr lang="ru-RU" sz="6200" b="1">
                <a:latin typeface="Times New Roman"/>
                <a:cs typeface="Times New Roman"/>
              </a:rPr>
              <a:t>Современные подходы и перспективы облачных технологий</a:t>
            </a:r>
            <a:endParaRPr lang="ru-RU" sz="6200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797105" y="4466845"/>
            <a:ext cx="8966805" cy="882904"/>
          </a:xfrm>
        </p:spPr>
        <p:txBody>
          <a:bodyPr anchor="b">
            <a:normAutofit/>
          </a:bodyPr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516515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579E3846-8D0B-B14A-817A-7FAC9DDAB4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FE11F32-4970-9344-8DCB-74356B3125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235193" y="1096772"/>
            <a:ext cx="6503180" cy="576122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Cross 11">
            <a:extLst>
              <a:ext uri="{FF2B5EF4-FFF2-40B4-BE49-F238E27FC236}">
                <a16:creationId xmlns:a16="http://schemas.microsoft.com/office/drawing/2014/main" id="{16FF562B-6BB4-A942-A885-340D8F0E4B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529484" y="5618903"/>
            <a:ext cx="524933" cy="524933"/>
          </a:xfrm>
          <a:prstGeom prst="plus">
            <a:avLst>
              <a:gd name="adj" fmla="val 39516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CA5172B-100A-154D-8648-280629D67D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881559" y="976630"/>
            <a:ext cx="1336774" cy="120142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9BA5887-3426-1C44-6149-9C0C104682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5149" y="1204720"/>
            <a:ext cx="4114800" cy="4675503"/>
          </a:xfrm>
        </p:spPr>
        <p:txBody>
          <a:bodyPr>
            <a:normAutofit/>
          </a:bodyPr>
          <a:lstStyle/>
          <a:p>
            <a:r>
              <a:rPr lang="ru-RU" sz="4100" err="1">
                <a:latin typeface="Calibri"/>
                <a:ea typeface="Calibri"/>
                <a:cs typeface="Calibri"/>
              </a:rPr>
              <a:t>Мультиоблачные</a:t>
            </a:r>
            <a:r>
              <a:rPr lang="ru-RU" sz="4100">
                <a:latin typeface="Calibri"/>
                <a:ea typeface="Calibri"/>
                <a:cs typeface="Calibri"/>
              </a:rPr>
              <a:t> и гибридные архитектуры</a:t>
            </a:r>
            <a:endParaRPr lang="ru-RU" sz="410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7E2481D-2070-508B-3071-4176275061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33335" y="1628394"/>
            <a:ext cx="5484998" cy="4686426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lnSpc>
                <a:spcPct val="90000"/>
              </a:lnSpc>
              <a:buNone/>
            </a:pPr>
            <a:r>
              <a:rPr lang="ru-RU" sz="1200" dirty="0" err="1">
                <a:ea typeface="+mn-lt"/>
                <a:cs typeface="+mn-lt"/>
              </a:rPr>
              <a:t>Мультиоблачная</a:t>
            </a:r>
            <a:r>
              <a:rPr lang="ru-RU" sz="1200" dirty="0">
                <a:ea typeface="+mn-lt"/>
                <a:cs typeface="+mn-lt"/>
              </a:rPr>
              <a:t> архитектура — это стратегия, при которой организация использует услуги нескольких облачных провайдеров одновременно. Например, компания может размещать часть приложений в AWS, использовать Google </a:t>
            </a:r>
            <a:r>
              <a:rPr lang="ru-RU" sz="1200" dirty="0" err="1">
                <a:ea typeface="+mn-lt"/>
                <a:cs typeface="+mn-lt"/>
              </a:rPr>
              <a:t>Cloud</a:t>
            </a:r>
            <a:r>
              <a:rPr lang="ru-RU" sz="1200" dirty="0">
                <a:ea typeface="+mn-lt"/>
                <a:cs typeface="+mn-lt"/>
              </a:rPr>
              <a:t> для аналитики и Microsoft Azure для корпоративных приложений.</a:t>
            </a:r>
            <a:endParaRPr lang="ru-RU" sz="1200" dirty="0"/>
          </a:p>
          <a:p>
            <a:pPr>
              <a:lnSpc>
                <a:spcPct val="90000"/>
              </a:lnSpc>
            </a:pPr>
            <a:r>
              <a:rPr lang="ru-RU" sz="1200" b="1" dirty="0">
                <a:ea typeface="+mn-lt"/>
                <a:cs typeface="+mn-lt"/>
              </a:rPr>
              <a:t>Ключевые особенности:</a:t>
            </a:r>
            <a:endParaRPr lang="ru-RU" sz="1200" dirty="0"/>
          </a:p>
          <a:p>
            <a:pPr lvl="1">
              <a:lnSpc>
                <a:spcPct val="90000"/>
              </a:lnSpc>
            </a:pPr>
            <a:r>
              <a:rPr lang="ru-RU" sz="1200" dirty="0">
                <a:ea typeface="+mn-lt"/>
                <a:cs typeface="+mn-lt"/>
              </a:rPr>
              <a:t>Разделение рабочих нагрузок между провайдерами.</a:t>
            </a:r>
            <a:endParaRPr lang="ru-RU" sz="1200" dirty="0"/>
          </a:p>
          <a:p>
            <a:pPr lvl="1">
              <a:lnSpc>
                <a:spcPct val="90000"/>
              </a:lnSpc>
            </a:pPr>
            <a:r>
              <a:rPr lang="ru-RU" sz="1200" dirty="0">
                <a:ea typeface="+mn-lt"/>
                <a:cs typeface="+mn-lt"/>
              </a:rPr>
              <a:t>Возможность выбора лучших решений от каждого провайдера.</a:t>
            </a:r>
            <a:endParaRPr lang="ru-RU" sz="1200" dirty="0"/>
          </a:p>
          <a:p>
            <a:pPr lvl="1">
              <a:lnSpc>
                <a:spcPct val="90000"/>
              </a:lnSpc>
            </a:pPr>
            <a:r>
              <a:rPr lang="ru-RU" sz="1200" dirty="0">
                <a:ea typeface="+mn-lt"/>
                <a:cs typeface="+mn-lt"/>
              </a:rPr>
              <a:t>Снижение зависимости от одного поставщика (так называемый эффект </a:t>
            </a:r>
            <a:r>
              <a:rPr lang="ru-RU" sz="1200" err="1">
                <a:ea typeface="+mn-lt"/>
                <a:cs typeface="+mn-lt"/>
              </a:rPr>
              <a:t>vendor</a:t>
            </a:r>
            <a:r>
              <a:rPr lang="ru-RU" sz="1200" dirty="0">
                <a:ea typeface="+mn-lt"/>
                <a:cs typeface="+mn-lt"/>
              </a:rPr>
              <a:t> </a:t>
            </a:r>
            <a:r>
              <a:rPr lang="ru-RU" sz="1200" err="1">
                <a:ea typeface="+mn-lt"/>
                <a:cs typeface="+mn-lt"/>
              </a:rPr>
              <a:t>lock-in</a:t>
            </a:r>
            <a:r>
              <a:rPr lang="ru-RU" sz="1200" dirty="0">
                <a:ea typeface="+mn-lt"/>
                <a:cs typeface="+mn-lt"/>
              </a:rPr>
              <a:t>).</a:t>
            </a:r>
            <a:endParaRPr lang="ru-RU" sz="1200" dirty="0"/>
          </a:p>
          <a:p>
            <a:pPr lvl="1">
              <a:lnSpc>
                <a:spcPct val="90000"/>
              </a:lnSpc>
            </a:pPr>
            <a:r>
              <a:rPr lang="ru-RU" sz="1200" dirty="0">
                <a:ea typeface="+mn-lt"/>
                <a:cs typeface="+mn-lt"/>
              </a:rPr>
              <a:t>Гибридная облачная архитектура (Hybrid </a:t>
            </a:r>
            <a:r>
              <a:rPr lang="ru-RU" sz="1200" err="1">
                <a:ea typeface="+mn-lt"/>
                <a:cs typeface="+mn-lt"/>
              </a:rPr>
              <a:t>Cloud</a:t>
            </a:r>
            <a:r>
              <a:rPr lang="ru-RU" sz="1200" dirty="0">
                <a:ea typeface="+mn-lt"/>
                <a:cs typeface="+mn-lt"/>
              </a:rPr>
              <a:t>):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ru-RU" sz="1200" dirty="0">
                <a:ea typeface="+mn-lt"/>
                <a:cs typeface="+mn-lt"/>
              </a:rPr>
              <a:t>Гибридное облако объединяет ресурсы публичного и частного облаков, что позволяет организациям использовать преимущества обоих подходов. Например, конфиденциальные данные хранятся в частном облаке, а вычислительные ресурсы для тестирования и разработки размещаются в публичном.</a:t>
            </a:r>
            <a:endParaRPr lang="ru-RU" sz="1200" dirty="0"/>
          </a:p>
          <a:p>
            <a:pPr>
              <a:lnSpc>
                <a:spcPct val="90000"/>
              </a:lnSpc>
            </a:pPr>
            <a:r>
              <a:rPr lang="ru-RU" sz="1200" b="1" dirty="0">
                <a:ea typeface="+mn-lt"/>
                <a:cs typeface="+mn-lt"/>
              </a:rPr>
              <a:t>Ключевые особенности:</a:t>
            </a:r>
            <a:endParaRPr lang="ru-RU" sz="1200" dirty="0"/>
          </a:p>
          <a:p>
            <a:pPr lvl="1">
              <a:lnSpc>
                <a:spcPct val="90000"/>
              </a:lnSpc>
            </a:pPr>
            <a:r>
              <a:rPr lang="ru-RU" sz="1200" dirty="0">
                <a:ea typeface="+mn-lt"/>
                <a:cs typeface="+mn-lt"/>
              </a:rPr>
              <a:t>Интеграция локальной и облачной инфраструктуры.</a:t>
            </a:r>
            <a:endParaRPr lang="ru-RU" sz="1200" dirty="0"/>
          </a:p>
          <a:p>
            <a:pPr lvl="1">
              <a:lnSpc>
                <a:spcPct val="90000"/>
              </a:lnSpc>
            </a:pPr>
            <a:r>
              <a:rPr lang="ru-RU" sz="1200" dirty="0">
                <a:ea typeface="+mn-lt"/>
                <a:cs typeface="+mn-lt"/>
              </a:rPr>
              <a:t>Гибкость в переносе данных и приложений.</a:t>
            </a:r>
            <a:endParaRPr lang="ru-RU" sz="1200" dirty="0"/>
          </a:p>
          <a:p>
            <a:pPr lvl="1">
              <a:lnSpc>
                <a:spcPct val="90000"/>
              </a:lnSpc>
            </a:pPr>
            <a:r>
              <a:rPr lang="ru-RU" sz="1200" dirty="0">
                <a:ea typeface="+mn-lt"/>
                <a:cs typeface="+mn-lt"/>
              </a:rPr>
              <a:t>Улучшенный контроль над безопасностью.</a:t>
            </a:r>
            <a:br>
              <a:rPr lang="en-US" sz="700" dirty="0"/>
            </a:br>
            <a:endParaRPr lang="en-US" sz="700"/>
          </a:p>
          <a:p>
            <a:pPr>
              <a:lnSpc>
                <a:spcPct val="90000"/>
              </a:lnSpc>
            </a:pPr>
            <a:endParaRPr lang="ru-RU" sz="700"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2750104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579E3846-8D0B-B14A-817A-7FAC9DDAB4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1BAD0FF-E824-4446-B45B-97AE09094B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096772"/>
            <a:ext cx="5106596" cy="576122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Cross 11">
            <a:extLst>
              <a:ext uri="{FF2B5EF4-FFF2-40B4-BE49-F238E27FC236}">
                <a16:creationId xmlns:a16="http://schemas.microsoft.com/office/drawing/2014/main" id="{0D8FDD6E-0FB9-5542-B194-9DD8BD8068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99164" y="5618903"/>
            <a:ext cx="524933" cy="524933"/>
          </a:xfrm>
          <a:prstGeom prst="plus">
            <a:avLst>
              <a:gd name="adj" fmla="val 39516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CA5172B-100A-154D-8648-280629D67D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881559" y="976630"/>
            <a:ext cx="1336774" cy="120142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286A879-AE3E-12C0-C217-B7A9D72630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5149" y="1508252"/>
            <a:ext cx="4114800" cy="4371971"/>
          </a:xfrm>
        </p:spPr>
        <p:txBody>
          <a:bodyPr>
            <a:normAutofit/>
          </a:bodyPr>
          <a:lstStyle/>
          <a:p>
            <a:r>
              <a:rPr lang="ru-RU" sz="4100">
                <a:latin typeface="Calibri"/>
                <a:ea typeface="Calibri"/>
                <a:cs typeface="Calibri"/>
              </a:rPr>
              <a:t>Преимущества мультиоблачных и гибридных архитектур</a:t>
            </a:r>
            <a:endParaRPr lang="ru-RU" sz="410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18DD3E5-9C4B-F067-52B9-FF590161A8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33335" y="1628394"/>
            <a:ext cx="5484998" cy="4686426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90000"/>
              </a:lnSpc>
            </a:pPr>
            <a:r>
              <a:rPr lang="ru-RU" sz="1300" dirty="0">
                <a:latin typeface="Calibri Light"/>
                <a:ea typeface="Calibri Light"/>
                <a:cs typeface="Calibri Light"/>
              </a:rPr>
              <a:t>Преимущества </a:t>
            </a:r>
            <a:r>
              <a:rPr lang="ru-RU" sz="1300" dirty="0" err="1">
                <a:latin typeface="Calibri Light"/>
                <a:ea typeface="Calibri Light"/>
                <a:cs typeface="Calibri Light"/>
              </a:rPr>
              <a:t>мультиоблачных</a:t>
            </a:r>
            <a:r>
              <a:rPr lang="ru-RU" sz="1300" dirty="0">
                <a:latin typeface="Calibri Light"/>
                <a:ea typeface="Calibri Light"/>
                <a:cs typeface="Calibri Light"/>
              </a:rPr>
              <a:t> архитектур:</a:t>
            </a:r>
          </a:p>
          <a:p>
            <a:pPr marL="457200" indent="-457200">
              <a:lnSpc>
                <a:spcPct val="90000"/>
              </a:lnSpc>
              <a:buAutoNum type="arabicPeriod"/>
            </a:pPr>
            <a:r>
              <a:rPr lang="ru-RU" sz="1200" err="1">
                <a:latin typeface="Arial"/>
                <a:cs typeface="Arial"/>
              </a:rPr>
              <a:t>Мультиоблачный</a:t>
            </a:r>
            <a:r>
              <a:rPr lang="ru-RU" sz="1200" dirty="0">
                <a:latin typeface="Arial"/>
                <a:cs typeface="Arial"/>
              </a:rPr>
              <a:t> подход позволяет компании использовать лучшие возможности от каждого провайдера. Например, Google </a:t>
            </a:r>
            <a:r>
              <a:rPr lang="ru-RU" sz="1200" err="1">
                <a:latin typeface="Arial"/>
                <a:cs typeface="Arial"/>
              </a:rPr>
              <a:t>Cloud</a:t>
            </a:r>
            <a:r>
              <a:rPr lang="ru-RU" sz="1200" dirty="0">
                <a:latin typeface="Arial"/>
                <a:cs typeface="Arial"/>
              </a:rPr>
              <a:t> может быть идеальным для аналитики данных благодаря </a:t>
            </a:r>
            <a:r>
              <a:rPr lang="ru-RU" sz="1200" err="1">
                <a:latin typeface="Arial"/>
                <a:cs typeface="Arial"/>
              </a:rPr>
              <a:t>BigQuery</a:t>
            </a:r>
            <a:r>
              <a:rPr lang="ru-RU" sz="1200" dirty="0">
                <a:latin typeface="Arial"/>
                <a:cs typeface="Arial"/>
              </a:rPr>
              <a:t>, а AWS предоставляет широкие возможности для разработки приложений.</a:t>
            </a:r>
          </a:p>
          <a:p>
            <a:pPr marL="457200" indent="-457200">
              <a:lnSpc>
                <a:spcPct val="90000"/>
              </a:lnSpc>
              <a:buAutoNum type="arabicPeriod"/>
            </a:pPr>
            <a:r>
              <a:rPr lang="ru-RU" sz="1200" dirty="0">
                <a:latin typeface="Arial"/>
                <a:cs typeface="Arial"/>
              </a:rPr>
              <a:t>Компании также уменьшают риски отказа, связанные с зависимостью от одного провайдера. Если один облачный сервис выходит из строя, рабочая нагрузка может быть перераспределена на другие платформы.</a:t>
            </a:r>
          </a:p>
          <a:p>
            <a:pPr>
              <a:lnSpc>
                <a:spcPct val="90000"/>
              </a:lnSpc>
            </a:pPr>
            <a:r>
              <a:rPr lang="ru-RU" sz="1400" dirty="0">
                <a:latin typeface="Calibri Light"/>
                <a:ea typeface="Calibri Light"/>
                <a:cs typeface="Calibri Light"/>
              </a:rPr>
              <a:t>Преимущества гибридных архитектур:</a:t>
            </a:r>
          </a:p>
          <a:p>
            <a:pPr marL="342900" indent="-342900">
              <a:lnSpc>
                <a:spcPct val="90000"/>
              </a:lnSpc>
              <a:buAutoNum type="arabicPeriod"/>
            </a:pPr>
            <a:r>
              <a:rPr lang="ru-RU" sz="1200" dirty="0">
                <a:latin typeface="Arial"/>
                <a:cs typeface="Arial"/>
              </a:rPr>
              <a:t>Гибридное облако даёт компаниям возможность сохранить контроль над конфиденциальной информацией, размещая её в частном облаке или на локальных серверах.</a:t>
            </a:r>
          </a:p>
          <a:p>
            <a:pPr marL="342900" indent="-342900">
              <a:lnSpc>
                <a:spcPct val="90000"/>
              </a:lnSpc>
              <a:buAutoNum type="arabicPeriod"/>
            </a:pPr>
            <a:r>
              <a:rPr lang="ru-RU" sz="1200" dirty="0">
                <a:latin typeface="Arial"/>
                <a:cs typeface="Arial"/>
              </a:rPr>
              <a:t>В то же время менее чувствительные данные и приложения могут быть размещены в публичном облаке, что снижает затраты на эксплуатацию.</a:t>
            </a:r>
            <a:endParaRPr lang="en-US" sz="1200" dirty="0">
              <a:latin typeface="Arial"/>
              <a:cs typeface="Arial"/>
            </a:endParaRPr>
          </a:p>
          <a:p>
            <a:pPr marL="342900" indent="-342900">
              <a:lnSpc>
                <a:spcPct val="90000"/>
              </a:lnSpc>
              <a:buAutoNum type="arabicPeriod"/>
            </a:pPr>
            <a:r>
              <a:rPr lang="ru-RU" sz="1200" dirty="0">
                <a:latin typeface="Arial"/>
                <a:cs typeface="Arial"/>
              </a:rPr>
              <a:t>Этот подход также помогает компаниям соблюдать законодательные требования. Например, в некоторых странах данные должны храниться только в локальных дата-центрах, что делает гибридный подход идеальным решением.</a:t>
            </a:r>
            <a:endParaRPr lang="ru-RU" sz="1200" dirty="0"/>
          </a:p>
        </p:txBody>
      </p:sp>
    </p:spTree>
    <p:extLst>
      <p:ext uri="{BB962C8B-B14F-4D97-AF65-F5344CB8AC3E}">
        <p14:creationId xmlns:p14="http://schemas.microsoft.com/office/powerpoint/2010/main" val="14468831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579E3846-8D0B-B14A-817A-7FAC9DDAB4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610EA52-8D85-ED4E-9B4F-4D5E1BE160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1096772"/>
            <a:ext cx="3243671" cy="576122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CA5172B-100A-154D-8648-280629D67D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881559" y="976630"/>
            <a:ext cx="1336774" cy="120142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BEE7AD5-4EE0-9095-3D03-2D42D03C1E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2779" y="1204721"/>
            <a:ext cx="6925552" cy="1446550"/>
          </a:xfrm>
        </p:spPr>
        <p:txBody>
          <a:bodyPr>
            <a:normAutofit/>
          </a:bodyPr>
          <a:lstStyle/>
          <a:p>
            <a:r>
              <a:rPr lang="af-ZA" b="0">
                <a:latin typeface="Calibri"/>
                <a:ea typeface="Calibri"/>
                <a:cs typeface="Calibri"/>
              </a:rPr>
              <a:t>Edge Computing </a:t>
            </a:r>
            <a:endParaRPr lang="ru-RU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53E7C75-696E-8D17-B51A-E36655B9BD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92780" y="2900516"/>
            <a:ext cx="6925552" cy="2979707"/>
          </a:xfrm>
        </p:spPr>
        <p:txBody>
          <a:bodyPr vert="horz" lIns="91440" tIns="45720" rIns="91440" bIns="45720" rtlCol="0">
            <a:normAutofit/>
          </a:bodyPr>
          <a:lstStyle/>
          <a:p>
            <a:pPr>
              <a:lnSpc>
                <a:spcPct val="90000"/>
              </a:lnSpc>
            </a:pPr>
            <a:r>
              <a:rPr lang="ru-RU" sz="900">
                <a:latin typeface="Calibri"/>
                <a:ea typeface="Calibri"/>
                <a:cs typeface="Calibri"/>
              </a:rPr>
              <a:t>Edge Computing — это распределённая вычислительная модель, при которой обработка данных происходит ближе к устройству или источнику данных, а не в централизованных облачных или локальных дата-центрах</a:t>
            </a:r>
          </a:p>
          <a:p>
            <a:pPr>
              <a:lnSpc>
                <a:spcPct val="90000"/>
              </a:lnSpc>
            </a:pPr>
            <a:endParaRPr lang="ru-RU" sz="900">
              <a:latin typeface="Calibri"/>
              <a:ea typeface="Calibri"/>
              <a:cs typeface="Calibri"/>
            </a:endParaRPr>
          </a:p>
          <a:p>
            <a:pPr>
              <a:lnSpc>
                <a:spcPct val="90000"/>
              </a:lnSpc>
            </a:pPr>
            <a:r>
              <a:rPr lang="ru-RU" sz="900" b="1">
                <a:ea typeface="+mn-lt"/>
                <a:cs typeface="+mn-lt"/>
              </a:rPr>
              <a:t>Распределённая архитектура:</a:t>
            </a:r>
            <a:endParaRPr lang="ru-RU" sz="900"/>
          </a:p>
          <a:p>
            <a:pPr marL="457200" lvl="1" indent="0">
              <a:lnSpc>
                <a:spcPct val="90000"/>
              </a:lnSpc>
              <a:buNone/>
            </a:pPr>
            <a:r>
              <a:rPr lang="ru-RU" sz="900">
                <a:ea typeface="+mn-lt"/>
                <a:cs typeface="+mn-lt"/>
              </a:rPr>
              <a:t>Данные обрабатываются локально на устройствах, таких как сенсоры, шлюзы или локальные серверы, и только результаты передаются в центральное облако.</a:t>
            </a:r>
            <a:endParaRPr lang="ru-RU" sz="900"/>
          </a:p>
          <a:p>
            <a:pPr>
              <a:lnSpc>
                <a:spcPct val="90000"/>
              </a:lnSpc>
            </a:pPr>
            <a:r>
              <a:rPr lang="ru-RU" sz="900" b="1">
                <a:ea typeface="+mn-lt"/>
                <a:cs typeface="+mn-lt"/>
              </a:rPr>
              <a:t>Минимизация задержек:</a:t>
            </a:r>
            <a:endParaRPr lang="ru-RU" sz="900"/>
          </a:p>
          <a:p>
            <a:pPr marL="457200" lvl="1" indent="0">
              <a:lnSpc>
                <a:spcPct val="90000"/>
              </a:lnSpc>
              <a:buNone/>
            </a:pPr>
            <a:r>
              <a:rPr lang="ru-RU" sz="900">
                <a:ea typeface="+mn-lt"/>
                <a:cs typeface="+mn-lt"/>
              </a:rPr>
              <a:t>Сокращение времени отклика за счёт уменьшения расстояния, которое данные должны преодолеть для обработки.</a:t>
            </a:r>
            <a:endParaRPr lang="ru-RU" sz="900"/>
          </a:p>
          <a:p>
            <a:pPr>
              <a:lnSpc>
                <a:spcPct val="90000"/>
              </a:lnSpc>
            </a:pPr>
            <a:r>
              <a:rPr lang="ru-RU" sz="900" b="1">
                <a:ea typeface="+mn-lt"/>
                <a:cs typeface="+mn-lt"/>
              </a:rPr>
              <a:t>Оптимизация ресурсов:</a:t>
            </a:r>
            <a:endParaRPr lang="ru-RU" sz="900"/>
          </a:p>
          <a:p>
            <a:pPr marL="0" indent="0">
              <a:lnSpc>
                <a:spcPct val="90000"/>
              </a:lnSpc>
              <a:buNone/>
            </a:pPr>
            <a:r>
              <a:rPr lang="ru-RU" sz="900">
                <a:latin typeface="Calibri"/>
                <a:ea typeface="Calibri"/>
                <a:cs typeface="Calibri"/>
              </a:rPr>
              <a:t>       Снижение объёма передаваемых данных помогает экономить пропускную способность и снижает затраты на хранение.</a:t>
            </a:r>
            <a:endParaRPr lang="ru-RU" sz="900"/>
          </a:p>
        </p:txBody>
      </p:sp>
      <p:sp>
        <p:nvSpPr>
          <p:cNvPr id="14" name="Cross 13">
            <a:extLst>
              <a:ext uri="{FF2B5EF4-FFF2-40B4-BE49-F238E27FC236}">
                <a16:creationId xmlns:a16="http://schemas.microsoft.com/office/drawing/2014/main" id="{E66CC1C4-3013-CB4A-8BF8-FDFE9B8E48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36238" y="5618903"/>
            <a:ext cx="524933" cy="524933"/>
          </a:xfrm>
          <a:prstGeom prst="plus">
            <a:avLst>
              <a:gd name="adj" fmla="val 39516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123791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579E3846-8D0B-B14A-817A-7FAC9DDAB4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CA5172B-100A-154D-8648-280629D67D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881559" y="976630"/>
            <a:ext cx="1336774" cy="120142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80C024C-3B69-85C5-60F3-3EAA309FD2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5148" y="1204721"/>
            <a:ext cx="8267299" cy="1446550"/>
          </a:xfrm>
        </p:spPr>
        <p:txBody>
          <a:bodyPr>
            <a:normAutofit/>
          </a:bodyPr>
          <a:lstStyle/>
          <a:p>
            <a:r>
              <a:rPr lang="ru-RU">
                <a:latin typeface="Calibri"/>
                <a:ea typeface="Calibri"/>
                <a:cs typeface="Calibri"/>
              </a:rPr>
              <a:t>Преимущества Edge Computing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A51AC14-EAF2-89B5-BE55-46B503E2BF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5149" y="2900516"/>
            <a:ext cx="8267299" cy="2979707"/>
          </a:xfrm>
        </p:spPr>
        <p:txBody>
          <a:bodyPr vert="horz" lIns="91440" tIns="45720" rIns="91440" bIns="45720" rtlCol="0">
            <a:normAutofit/>
          </a:bodyPr>
          <a:lstStyle/>
          <a:p>
            <a:pPr marL="457200" indent="-457200">
              <a:buAutoNum type="arabicPeriod"/>
            </a:pPr>
            <a:r>
              <a:rPr lang="ru-RU" b="1">
                <a:ea typeface="+mn-lt"/>
                <a:cs typeface="+mn-lt"/>
              </a:rPr>
              <a:t>Снижение задержек</a:t>
            </a:r>
            <a:endParaRPr lang="ru-RU"/>
          </a:p>
          <a:p>
            <a:pPr marL="457200" indent="-457200">
              <a:buAutoNum type="arabicPeriod"/>
            </a:pPr>
            <a:r>
              <a:rPr lang="ru-RU" b="1">
                <a:ea typeface="+mn-lt"/>
                <a:cs typeface="+mn-lt"/>
              </a:rPr>
              <a:t>Экономия пропускной способности</a:t>
            </a:r>
            <a:endParaRPr lang="ru-RU">
              <a:ea typeface="+mn-lt"/>
              <a:cs typeface="+mn-lt"/>
            </a:endParaRPr>
          </a:p>
          <a:p>
            <a:pPr marL="457200" indent="-457200">
              <a:buAutoNum type="arabicPeriod"/>
            </a:pPr>
            <a:r>
              <a:rPr lang="ru-RU" b="1">
                <a:ea typeface="+mn-lt"/>
                <a:cs typeface="+mn-lt"/>
              </a:rPr>
              <a:t>Повышение конфиденциальности</a:t>
            </a:r>
            <a:endParaRPr lang="ru-RU"/>
          </a:p>
          <a:p>
            <a:pPr marL="457200" indent="-457200">
              <a:buAutoNum type="arabicPeriod"/>
            </a:pPr>
            <a:r>
              <a:rPr lang="ru-RU" b="1">
                <a:ea typeface="+mn-lt"/>
                <a:cs typeface="+mn-lt"/>
              </a:rPr>
              <a:t>Надёжность</a:t>
            </a:r>
            <a:endParaRPr lang="ru-RU"/>
          </a:p>
          <a:p>
            <a:pPr>
              <a:buAutoNum type="arabicPeriod"/>
            </a:pPr>
            <a:endParaRPr lang="ru-RU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7A9EF9F-F5F8-3B4C-B721-17C0A18761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738231" y="1096772"/>
            <a:ext cx="453769" cy="576122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2"/>
              </a:solidFill>
            </a:endParaRPr>
          </a:p>
        </p:txBody>
      </p:sp>
      <p:sp>
        <p:nvSpPr>
          <p:cNvPr id="14" name="Cross 13">
            <a:extLst>
              <a:ext uri="{FF2B5EF4-FFF2-40B4-BE49-F238E27FC236}">
                <a16:creationId xmlns:a16="http://schemas.microsoft.com/office/drawing/2014/main" id="{6DEB3960-7668-064C-B56F-2B18221DED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531286" y="5618903"/>
            <a:ext cx="524933" cy="524933"/>
          </a:xfrm>
          <a:prstGeom prst="plus">
            <a:avLst>
              <a:gd name="adj" fmla="val 39516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026050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579E3846-8D0B-B14A-817A-7FAC9DDAB4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DCA5172B-100A-154D-8648-280629D67D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881559" y="976630"/>
            <a:ext cx="1336774" cy="120142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28CCBE2-FAB8-41CD-6970-5F0DED967B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61316" y="1204721"/>
            <a:ext cx="7857015" cy="1446550"/>
          </a:xfrm>
        </p:spPr>
        <p:txBody>
          <a:bodyPr>
            <a:normAutofit/>
          </a:bodyPr>
          <a:lstStyle/>
          <a:p>
            <a:r>
              <a:rPr lang="ru-RU">
                <a:latin typeface="Calibri"/>
                <a:ea typeface="Calibri"/>
                <a:cs typeface="Calibri"/>
              </a:rPr>
              <a:t>Искусственный интеллект и машинное обучение в облаке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3F78A8F-71E1-AC6C-9095-28F219225B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61317" y="2900516"/>
            <a:ext cx="7857015" cy="2979707"/>
          </a:xfrm>
        </p:spPr>
        <p:txBody>
          <a:bodyPr vert="horz" lIns="91440" tIns="45720" rIns="91440" bIns="45720" rtlCol="0">
            <a:normAutofit/>
          </a:bodyPr>
          <a:lstStyle/>
          <a:p>
            <a:pPr marL="0" indent="0">
              <a:lnSpc>
                <a:spcPct val="90000"/>
              </a:lnSpc>
              <a:buNone/>
            </a:pPr>
            <a:r>
              <a:rPr lang="ru-RU" sz="2000" dirty="0">
                <a:latin typeface="Calibri Light"/>
                <a:ea typeface="Calibri Light"/>
                <a:cs typeface="Calibri Light"/>
              </a:rPr>
              <a:t>Искусственный интеллект (ИИ):</a:t>
            </a:r>
            <a:endParaRPr lang="ru-RU" sz="2000"/>
          </a:p>
          <a:p>
            <a:pPr marL="0" indent="0">
              <a:lnSpc>
                <a:spcPct val="90000"/>
              </a:lnSpc>
              <a:buNone/>
            </a:pPr>
            <a:r>
              <a:rPr lang="ru-RU" sz="2000" dirty="0">
                <a:ea typeface="+mn-lt"/>
                <a:cs typeface="+mn-lt"/>
              </a:rPr>
              <a:t>  ИИ — это технология, позволяющая машинам выполнять задачи, требующие человеческого интеллекта: распознавание образов, обработка языка, принятие решений и предсказания.</a:t>
            </a:r>
            <a:endParaRPr lang="ru-RU" sz="2000" dirty="0"/>
          </a:p>
          <a:p>
            <a:pPr marL="0" indent="0">
              <a:lnSpc>
                <a:spcPct val="90000"/>
              </a:lnSpc>
              <a:buNone/>
            </a:pPr>
            <a:r>
              <a:rPr lang="ru-RU" sz="2000" dirty="0">
                <a:latin typeface="Calibri Light"/>
                <a:ea typeface="Calibri Light"/>
                <a:cs typeface="Calibri Light"/>
              </a:rPr>
              <a:t>Машинное обучение (МО):</a:t>
            </a:r>
            <a:endParaRPr lang="ru-RU" sz="2000"/>
          </a:p>
          <a:p>
            <a:pPr marL="0" indent="0">
              <a:lnSpc>
                <a:spcPct val="90000"/>
              </a:lnSpc>
              <a:buNone/>
            </a:pPr>
            <a:r>
              <a:rPr lang="ru-RU" sz="2000" dirty="0">
                <a:latin typeface="Calibri"/>
                <a:ea typeface="Calibri"/>
                <a:cs typeface="Calibri"/>
              </a:rPr>
              <a:t>  МО — это подмножество ИИ, которое использует алгоритмы и модели для анализа данных и обучения на основе опыта. Чем больше данных анализируется, тем точнее становятся прогнозы и решения.</a:t>
            </a:r>
            <a:endParaRPr lang="ru-RU" sz="2000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5610EA52-8D85-ED4E-9B4F-4D5E1BE160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1096772"/>
            <a:ext cx="263565" cy="576122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Cross 24">
            <a:extLst>
              <a:ext uri="{FF2B5EF4-FFF2-40B4-BE49-F238E27FC236}">
                <a16:creationId xmlns:a16="http://schemas.microsoft.com/office/drawing/2014/main" id="{E66CC1C4-3013-CB4A-8BF8-FDFE9B8E48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8248" y="5618903"/>
            <a:ext cx="524933" cy="524933"/>
          </a:xfrm>
          <a:prstGeom prst="plus">
            <a:avLst>
              <a:gd name="adj" fmla="val 39516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622308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579E3846-8D0B-B14A-817A-7FAC9DDAB4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CA5172B-100A-154D-8648-280629D67D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881559" y="976630"/>
            <a:ext cx="1336774" cy="120142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47C5D19-6B48-7F7F-398D-7147D2AF9A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5148" y="1204721"/>
            <a:ext cx="7335836" cy="1446550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ru-RU" sz="3700" b="1"/>
              <a:t>Преимущества использования ИИ и МО в облаке</a:t>
            </a:r>
            <a:endParaRPr lang="ru-RU" sz="3700"/>
          </a:p>
          <a:p>
            <a:pPr>
              <a:lnSpc>
                <a:spcPct val="90000"/>
              </a:lnSpc>
            </a:pPr>
            <a:endParaRPr lang="ru-RU" sz="370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E44A5DC-5819-D327-2BF4-804E378C0A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5149" y="2900516"/>
            <a:ext cx="7335836" cy="2979707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ru-RU">
                <a:latin typeface="Calibri Light"/>
                <a:ea typeface="Calibri Light"/>
                <a:cs typeface="Calibri Light"/>
              </a:rPr>
              <a:t>1. Масштабируемость</a:t>
            </a:r>
            <a:endParaRPr lang="ru-RU" dirty="0"/>
          </a:p>
          <a:p>
            <a:pPr marL="0" indent="0">
              <a:buNone/>
            </a:pPr>
            <a:r>
              <a:rPr lang="ru-RU">
                <a:latin typeface="Calibri Light"/>
                <a:ea typeface="Calibri Light"/>
                <a:cs typeface="Calibri Light"/>
              </a:rPr>
              <a:t>2. Доступ к большим данным</a:t>
            </a:r>
            <a:endParaRPr lang="ru-RU"/>
          </a:p>
          <a:p>
            <a:pPr marL="0" indent="0">
              <a:buNone/>
            </a:pPr>
            <a:r>
              <a:rPr lang="ru-RU">
                <a:latin typeface="Calibri Light"/>
                <a:ea typeface="Calibri Light"/>
                <a:cs typeface="Calibri Light"/>
              </a:rPr>
              <a:t>3. Ускорение разработки</a:t>
            </a:r>
            <a:endParaRPr lang="ru-RU"/>
          </a:p>
          <a:p>
            <a:pPr marL="0" indent="0">
              <a:buNone/>
            </a:pPr>
            <a:r>
              <a:rPr lang="ru-RU">
                <a:latin typeface="Calibri Light"/>
                <a:ea typeface="Calibri Light"/>
                <a:cs typeface="Calibri Light"/>
              </a:rPr>
              <a:t>4. Снижение затрат</a:t>
            </a:r>
            <a:endParaRPr lang="ru-RU"/>
          </a:p>
          <a:p>
            <a:pPr marL="0" indent="0">
              <a:buNone/>
            </a:pPr>
            <a:r>
              <a:rPr lang="ru-RU" dirty="0">
                <a:latin typeface="Calibri Light"/>
                <a:ea typeface="Calibri Light"/>
                <a:cs typeface="Calibri Light"/>
              </a:rPr>
              <a:t>5. Глобальная доступность</a:t>
            </a:r>
            <a:endParaRPr lang="ru-RU" dirty="0"/>
          </a:p>
          <a:p>
            <a:pPr marL="0" indent="0">
              <a:buNone/>
            </a:pPr>
            <a:endParaRPr lang="ru-RU" dirty="0"/>
          </a:p>
          <a:p>
            <a:endParaRPr lang="ru-RU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7A9EF9F-F5F8-3B4C-B721-17C0A18761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360311" y="1096772"/>
            <a:ext cx="2831690" cy="576122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2"/>
              </a:solidFill>
            </a:endParaRPr>
          </a:p>
        </p:txBody>
      </p:sp>
      <p:sp>
        <p:nvSpPr>
          <p:cNvPr id="14" name="Cross 13">
            <a:extLst>
              <a:ext uri="{FF2B5EF4-FFF2-40B4-BE49-F238E27FC236}">
                <a16:creationId xmlns:a16="http://schemas.microsoft.com/office/drawing/2014/main" id="{6DEB3960-7668-064C-B56F-2B18221DED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149571" y="5618903"/>
            <a:ext cx="524933" cy="524933"/>
          </a:xfrm>
          <a:prstGeom prst="plus">
            <a:avLst>
              <a:gd name="adj" fmla="val 39516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173839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579E3846-8D0B-B14A-817A-7FAC9DDAB4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CA5172B-100A-154D-8648-280629D67D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881559" y="976630"/>
            <a:ext cx="1336774" cy="120142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83C0B4C-D958-8A82-DCC1-C61064671D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5148" y="1204721"/>
            <a:ext cx="8267299" cy="1446550"/>
          </a:xfrm>
        </p:spPr>
        <p:txBody>
          <a:bodyPr>
            <a:normAutofit/>
          </a:bodyPr>
          <a:lstStyle/>
          <a:p>
            <a:r>
              <a:rPr lang="ru-RU">
                <a:latin typeface="Calibri"/>
                <a:ea typeface="Calibri"/>
                <a:cs typeface="Calibri"/>
              </a:rPr>
              <a:t>Перспективы облачных технологий и влияние на бизнес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4811A0C-AD46-9CFA-2AB3-8735640110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5149" y="2900516"/>
            <a:ext cx="8267299" cy="2979707"/>
          </a:xfrm>
        </p:spPr>
        <p:txBody>
          <a:bodyPr vert="horz" lIns="91440" tIns="45720" rIns="91440" bIns="45720" rtlCol="0">
            <a:normAutofit/>
          </a:bodyPr>
          <a:lstStyle/>
          <a:p>
            <a:pPr marL="457200" indent="-457200">
              <a:buAutoNum type="arabicPeriod"/>
            </a:pPr>
            <a:r>
              <a:rPr lang="ru-RU" dirty="0">
                <a:latin typeface="Calibri Light"/>
                <a:ea typeface="Calibri Light"/>
                <a:cs typeface="Calibri Light"/>
              </a:rPr>
              <a:t>Расширение гибридных и </a:t>
            </a:r>
            <a:r>
              <a:rPr lang="ru-RU" dirty="0" err="1">
                <a:latin typeface="Calibri Light"/>
                <a:ea typeface="Calibri Light"/>
                <a:cs typeface="Calibri Light"/>
              </a:rPr>
              <a:t>мультиоблачных</a:t>
            </a:r>
            <a:r>
              <a:rPr lang="ru-RU" dirty="0">
                <a:latin typeface="Calibri Light"/>
                <a:ea typeface="Calibri Light"/>
                <a:cs typeface="Calibri Light"/>
              </a:rPr>
              <a:t> решений</a:t>
            </a:r>
            <a:endParaRPr lang="en-US" dirty="0"/>
          </a:p>
          <a:p>
            <a:pPr marL="457200" indent="-457200">
              <a:buAutoNum type="arabicPeriod"/>
            </a:pPr>
            <a:r>
              <a:rPr lang="ru-RU" dirty="0">
                <a:latin typeface="Calibri Light"/>
                <a:ea typeface="Calibri Light"/>
                <a:cs typeface="Calibri Light"/>
              </a:rPr>
              <a:t>Edge Computing и распределённые вычисления</a:t>
            </a:r>
            <a:endParaRPr lang="ru-RU" dirty="0"/>
          </a:p>
          <a:p>
            <a:pPr marL="457200" indent="-457200">
              <a:buAutoNum type="arabicPeriod"/>
            </a:pPr>
            <a:r>
              <a:rPr lang="ru-RU" dirty="0">
                <a:latin typeface="Calibri Light"/>
                <a:ea typeface="Calibri Light"/>
                <a:cs typeface="Calibri Light"/>
              </a:rPr>
              <a:t>Искусственный интеллект и машинное обучение в облаке</a:t>
            </a:r>
          </a:p>
          <a:p>
            <a:pPr marL="457200" indent="-457200">
              <a:buAutoNum type="arabicPeriod"/>
            </a:pPr>
            <a:r>
              <a:rPr lang="ru-RU" dirty="0">
                <a:latin typeface="Calibri Light"/>
                <a:ea typeface="Calibri Light"/>
                <a:cs typeface="Calibri Light"/>
              </a:rPr>
              <a:t>Рост популярности </a:t>
            </a:r>
            <a:r>
              <a:rPr lang="ru-RU" dirty="0" err="1">
                <a:latin typeface="Calibri Light"/>
                <a:ea typeface="Calibri Light"/>
                <a:cs typeface="Calibri Light"/>
              </a:rPr>
              <a:t>Serverless</a:t>
            </a:r>
            <a:r>
              <a:rPr lang="ru-RU" dirty="0">
                <a:latin typeface="Calibri Light"/>
                <a:ea typeface="Calibri Light"/>
                <a:cs typeface="Calibri Light"/>
              </a:rPr>
              <a:t> Computing</a:t>
            </a:r>
            <a:endParaRPr lang="en-US"/>
          </a:p>
          <a:p>
            <a:pPr marL="457200" indent="-457200">
              <a:buAutoNum type="arabicPeriod"/>
            </a:pPr>
            <a:r>
              <a:rPr lang="ru-RU" dirty="0">
                <a:latin typeface="Calibri Light"/>
                <a:ea typeface="Calibri Light"/>
                <a:cs typeface="Calibri Light"/>
              </a:rPr>
              <a:t>Усиление внимания к безопасности и конфиденциальности</a:t>
            </a:r>
            <a:endParaRPr lang="ru-RU" dirty="0"/>
          </a:p>
          <a:p>
            <a:pPr>
              <a:buAutoNum type="arabicPeriod"/>
            </a:pPr>
            <a:endParaRPr lang="ru-RU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7A9EF9F-F5F8-3B4C-B721-17C0A18761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738231" y="1096772"/>
            <a:ext cx="453769" cy="576122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2"/>
              </a:solidFill>
            </a:endParaRPr>
          </a:p>
        </p:txBody>
      </p:sp>
      <p:sp>
        <p:nvSpPr>
          <p:cNvPr id="14" name="Cross 13">
            <a:extLst>
              <a:ext uri="{FF2B5EF4-FFF2-40B4-BE49-F238E27FC236}">
                <a16:creationId xmlns:a16="http://schemas.microsoft.com/office/drawing/2014/main" id="{6DEB3960-7668-064C-B56F-2B18221DED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531286" y="5618903"/>
            <a:ext cx="524933" cy="524933"/>
          </a:xfrm>
          <a:prstGeom prst="plus">
            <a:avLst>
              <a:gd name="adj" fmla="val 39516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4818914"/>
      </p:ext>
    </p:extLst>
  </p:cSld>
  <p:clrMapOvr>
    <a:masterClrMapping/>
  </p:clrMapOvr>
</p:sld>
</file>

<file path=ppt/theme/theme1.xml><?xml version="1.0" encoding="utf-8"?>
<a:theme xmlns:a="http://schemas.openxmlformats.org/drawingml/2006/main" name="MadridVTI">
  <a:themeElements>
    <a:clrScheme name="Madrid R3">
      <a:dk1>
        <a:srgbClr val="000000"/>
      </a:dk1>
      <a:lt1>
        <a:srgbClr val="FFFFFF"/>
      </a:lt1>
      <a:dk2>
        <a:srgbClr val="3A3C45"/>
      </a:dk2>
      <a:lt2>
        <a:srgbClr val="E9EFF1"/>
      </a:lt2>
      <a:accent1>
        <a:srgbClr val="E24400"/>
      </a:accent1>
      <a:accent2>
        <a:srgbClr val="F38E00"/>
      </a:accent2>
      <a:accent3>
        <a:srgbClr val="89B336"/>
      </a:accent3>
      <a:accent4>
        <a:srgbClr val="30B9B9"/>
      </a:accent4>
      <a:accent5>
        <a:srgbClr val="748CF4"/>
      </a:accent5>
      <a:accent6>
        <a:srgbClr val="A673F4"/>
      </a:accent6>
      <a:hlink>
        <a:srgbClr val="008EE6"/>
      </a:hlink>
      <a:folHlink>
        <a:srgbClr val="C1A187"/>
      </a:folHlink>
    </a:clrScheme>
    <a:fontScheme name="Madrid">
      <a:majorFont>
        <a:latin typeface="Seaford Display"/>
        <a:ea typeface=""/>
        <a:cs typeface=""/>
      </a:majorFont>
      <a:minorFont>
        <a:latin typeface="Tenorite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adridVTI" id="{5F675924-ADDD-6B4C-A2D4-69150D1F0C16}" vid="{BEA84270-19BD-7342-8ABF-EFF1668AF11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Широкоэкранный</PresentationFormat>
  <Paragraphs>0</Paragraphs>
  <Slides>8</Slides>
  <Notes>0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8</vt:i4>
      </vt:variant>
    </vt:vector>
  </HeadingPairs>
  <TitlesOfParts>
    <vt:vector size="9" baseType="lpstr">
      <vt:lpstr>MadridVTI</vt:lpstr>
      <vt:lpstr>Современные подходы и перспективы облачных технологий</vt:lpstr>
      <vt:lpstr>Мультиоблачные и гибридные архитектуры</vt:lpstr>
      <vt:lpstr>Преимущества мультиоблачных и гибридных архитектур</vt:lpstr>
      <vt:lpstr>Edge Computing </vt:lpstr>
      <vt:lpstr>Преимущества Edge Computing</vt:lpstr>
      <vt:lpstr>Искусственный интеллект и машинное обучение в облаке</vt:lpstr>
      <vt:lpstr>Преимущества использования ИИ и МО в облаке </vt:lpstr>
      <vt:lpstr>Перспективы облачных технологий и влияние на бизнес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74</cp:revision>
  <dcterms:created xsi:type="dcterms:W3CDTF">2024-12-07T13:55:38Z</dcterms:created>
  <dcterms:modified xsi:type="dcterms:W3CDTF">2024-12-08T15:42:53Z</dcterms:modified>
</cp:coreProperties>
</file>
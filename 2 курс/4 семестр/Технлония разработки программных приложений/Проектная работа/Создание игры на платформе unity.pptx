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63" y="1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50A72F-B752-465C-A3EF-74ACFD0F3A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C480B1-9283-42EC-92E3-778A999F4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F09BD9-B9EB-4C34-B009-69E5B8589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B3220-3397-47B1-B4BF-A0F8FFA44E4C}" type="datetimeFigureOut">
              <a:rPr lang="ru-RU" smtClean="0"/>
              <a:t>31.05.2025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419123-EAB2-499D-B20F-A1223BB40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7950DD-718C-4BC9-9784-1F738F899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957A-E346-4ADB-BA70-F01D361C9F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9993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2E2851-17F7-4AB3-A147-C878EB881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0E167F-1F3F-4D4A-B355-FB2E3B5AF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119D40-C1D5-40ED-AED9-B9114FF22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B3220-3397-47B1-B4BF-A0F8FFA44E4C}" type="datetimeFigureOut">
              <a:rPr lang="ru-RU" smtClean="0"/>
              <a:t>31.05.2025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B47D6D-B864-447A-A827-A294FB75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CE11A8-F067-40FC-8C41-9DDBE0145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957A-E346-4ADB-BA70-F01D361C9F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5532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A0701B-81F2-4D37-978F-57C4317E4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B7C42B8-CA89-4527-AEC2-B10F758C7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AD12A8-3280-4E1F-8141-D8CEC6C71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B3220-3397-47B1-B4BF-A0F8FFA44E4C}" type="datetimeFigureOut">
              <a:rPr lang="ru-RU" smtClean="0"/>
              <a:t>31.05.2025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083B1C-EF47-496E-BE03-6F2FCE229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224109-8021-4917-B236-59FC4DFAA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957A-E346-4ADB-BA70-F01D361C9F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0628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A09144-0AF1-4221-B204-FD0A5CF20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DB046A-D75D-442C-ADE2-C8556226B7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31C889A-0C2F-4EB0-8B30-BC28A08FB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1FD752A-55F0-427B-9F42-B6D4C79C1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B3220-3397-47B1-B4BF-A0F8FFA44E4C}" type="datetimeFigureOut">
              <a:rPr lang="ru-RU" smtClean="0"/>
              <a:t>31.05.2025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54909E7-A220-4502-9200-6151B25D9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9498FF0-D82E-4AD4-A58B-7126403BD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957A-E346-4ADB-BA70-F01D361C9F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0429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0895F5-7357-470D-B5C2-A02687001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B9A9AD-824F-44B5-B3E2-74FF96CB1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EA1C3CB-8DFC-4002-B346-033D181FE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47B9814-E378-43E8-BC8F-855238E04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B64F370-B794-40A5-B297-50A1A2152B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C2250E7-1693-4C03-A63F-59950925C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B3220-3397-47B1-B4BF-A0F8FFA44E4C}" type="datetimeFigureOut">
              <a:rPr lang="ru-RU" smtClean="0"/>
              <a:t>31.05.2025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FA0D28A-E87C-4899-8B8C-E49050526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2A7F8FE-EC00-4D75-9558-577BE30FC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957A-E346-4ADB-BA70-F01D361C9F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0124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F51CF7-FB8E-4832-86FF-0B394EC50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AABD919-8194-4957-B782-647F3C783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B3220-3397-47B1-B4BF-A0F8FFA44E4C}" type="datetimeFigureOut">
              <a:rPr lang="ru-RU" smtClean="0"/>
              <a:t>31.05.2025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DC677F2-9CFF-48F2-898D-F8F931B7B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295A29-F4E1-44AC-94FF-EFAAE279B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957A-E346-4ADB-BA70-F01D361C9F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9291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8F449BC-AC94-471F-9F4C-F3035FD5B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B3220-3397-47B1-B4BF-A0F8FFA44E4C}" type="datetimeFigureOut">
              <a:rPr lang="ru-RU" smtClean="0"/>
              <a:t>31.05.2025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7B12D50-4FDD-4803-B3D1-4E11D3E42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EB2A6D-9879-430F-A629-14870A335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957A-E346-4ADB-BA70-F01D361C9F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518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893921-C489-4C5E-B800-E4708CDDF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42DB4C-F539-4C78-AAB9-FD83E23CD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1D9E4C-C4FE-4B99-AFC1-722D2D8DF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6E09AA-FF1B-4955-9BD2-6390ED370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B3220-3397-47B1-B4BF-A0F8FFA44E4C}" type="datetimeFigureOut">
              <a:rPr lang="ru-RU" smtClean="0"/>
              <a:t>31.05.2025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54D8B3-5E2B-41B8-BA00-798276AF4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3AA2AE4-6AC5-4FEE-8767-9EC845F1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957A-E346-4ADB-BA70-F01D361C9F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468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E4134D-9695-4C3C-B5EF-4CC18883D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B1F79FF-680E-48FD-887A-9373E72050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433D509-5DC8-4E45-96D6-D0DEB0887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A44605-0FF5-4F03-ABE1-B5B5F5FF6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B3220-3397-47B1-B4BF-A0F8FFA44E4C}" type="datetimeFigureOut">
              <a:rPr lang="ru-RU" smtClean="0"/>
              <a:t>31.05.2025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481C6C1-9E4B-4FC3-AAE0-84C41D48F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837EA1-647D-4323-AB57-9F3D4DD06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957A-E346-4ADB-BA70-F01D361C9F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0671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634164-48A8-46A0-B360-10D05E95E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2728AEB-95F8-493E-AFDD-A54264032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A85334-4DD9-46D3-B691-4DCEF7CA8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B3220-3397-47B1-B4BF-A0F8FFA44E4C}" type="datetimeFigureOut">
              <a:rPr lang="ru-RU" smtClean="0"/>
              <a:t>31.05.2025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498852-D140-4A32-ABE0-D1FE33266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1800BD-6200-4F1A-AC22-EFF610E31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957A-E346-4ADB-BA70-F01D361C9F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1773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9B0B612-5FEE-45B6-990E-EA8FC2D970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B120ADF-AF96-429C-9A25-110698E25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EFF41A-B55C-4275-B7F2-9E11A60FC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B3220-3397-47B1-B4BF-A0F8FFA44E4C}" type="datetimeFigureOut">
              <a:rPr lang="ru-RU" smtClean="0"/>
              <a:t>31.05.2025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E823CF-D11F-4455-9EE3-0B6059406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DD0457-A190-4CF6-98F3-01D69EB26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957A-E346-4ADB-BA70-F01D361C9F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1533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D25D9B-8294-4D59-B40F-16CDA5CE8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691BDA-8E7A-4542-A6B9-096087253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725B52-AFA7-49C6-A6AB-7D1C52027F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B3220-3397-47B1-B4BF-A0F8FFA44E4C}" type="datetimeFigureOut">
              <a:rPr lang="ru-RU" smtClean="0"/>
              <a:t>31.05.2025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98FB36-6474-4BCC-8CF7-D025BFCDAA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16867E-FA66-4E3D-91F7-E2586AB5FC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8957A-E346-4ADB-BA70-F01D361C9F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241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9DD0CF-2E03-4A0E-88E7-F46E74451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551" y="2097248"/>
            <a:ext cx="9144000" cy="1717646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/>
              <a:t>Создание игры на платформе </a:t>
            </a:r>
            <a:r>
              <a:rPr lang="en-US" dirty="0"/>
              <a:t>unity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E2FFF05-0862-4EC3-B63D-BA4F946F1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409" y="5268285"/>
            <a:ext cx="9144000" cy="868261"/>
          </a:xfrm>
        </p:spPr>
        <p:txBody>
          <a:bodyPr/>
          <a:lstStyle/>
          <a:p>
            <a:r>
              <a:rPr lang="ru-RU" dirty="0"/>
              <a:t>Сделал работу студент ИКБО-50-23 Астахов Сергей</a:t>
            </a:r>
          </a:p>
        </p:txBody>
      </p:sp>
    </p:spTree>
    <p:extLst>
      <p:ext uri="{BB962C8B-B14F-4D97-AF65-F5344CB8AC3E}">
        <p14:creationId xmlns:p14="http://schemas.microsoft.com/office/powerpoint/2010/main" val="3547120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E09111-2F12-4958-84C1-04E9A87BC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создания игры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13125A-8547-4623-8ADA-7E761E751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76556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ru-RU" dirty="0"/>
              <a:t>Приложение было сделано по большей части ради развлекательного характера. Благодаря играм мы можем:</a:t>
            </a:r>
            <a:endParaRPr lang="en-US" dirty="0"/>
          </a:p>
          <a:p>
            <a:pPr marL="0" indent="0" algn="ctr">
              <a:buNone/>
            </a:pPr>
            <a:endParaRPr lang="ru-RU" dirty="0"/>
          </a:p>
          <a:p>
            <a:pPr algn="just"/>
            <a:r>
              <a:rPr lang="ru-RU" b="1" dirty="0"/>
              <a:t>Развлечься</a:t>
            </a:r>
            <a:r>
              <a:rPr lang="ru-RU" dirty="0"/>
              <a:t> и с удовольствием провести время</a:t>
            </a:r>
          </a:p>
          <a:p>
            <a:pPr algn="just"/>
            <a:r>
              <a:rPr lang="ru-RU" b="1" dirty="0"/>
              <a:t>Расширение кругозора. </a:t>
            </a:r>
            <a:r>
              <a:rPr lang="ru-RU" dirty="0"/>
              <a:t>Найти новые темы для общения. Игры могут дать много тем для разговоров. </a:t>
            </a:r>
          </a:p>
          <a:p>
            <a:pPr algn="just"/>
            <a:r>
              <a:rPr lang="ru-RU" b="1" dirty="0"/>
              <a:t>Развитие когнитивных способностей</a:t>
            </a:r>
            <a:r>
              <a:rPr lang="ru-RU" dirty="0"/>
              <a:t>. 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Многие игры можно рассматривать как источник информации</a:t>
            </a:r>
            <a:endParaRPr lang="ru-RU" dirty="0"/>
          </a:p>
          <a:p>
            <a:pPr algn="just"/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Улучшение координации рук и глаз. </a:t>
            </a:r>
            <a:r>
              <a:rPr lang="ru-RU" i="0" dirty="0">
                <a:solidFill>
                  <a:srgbClr val="333333"/>
                </a:solidFill>
                <a:effectLst/>
                <a:latin typeface="-apple-system"/>
              </a:rPr>
              <a:t>И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гры, требующие высокой концентрации и точных действий, усиливают связь между визуальным восприятием и двигательными функциями.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2432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BC096A-3D3E-4B7C-B8C6-05D3F88C5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1894" y="398680"/>
            <a:ext cx="5103303" cy="1325563"/>
          </a:xfrm>
        </p:spPr>
        <p:txBody>
          <a:bodyPr/>
          <a:lstStyle/>
          <a:p>
            <a:pPr algn="r"/>
            <a:r>
              <a:rPr lang="ru-RU" dirty="0"/>
              <a:t>Архитектура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7F9595-685E-4E5E-B182-C3031A409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380" y="1909515"/>
            <a:ext cx="5092817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На </a:t>
            </a:r>
            <a:r>
              <a:rPr lang="en-US" dirty="0"/>
              <a:t>unity </a:t>
            </a:r>
            <a:r>
              <a:rPr lang="ru-RU" dirty="0"/>
              <a:t>очень много разных инструментов для создания игр: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Физика(</a:t>
            </a:r>
            <a:r>
              <a:rPr lang="ru-RU" i="0" dirty="0">
                <a:solidFill>
                  <a:srgbClr val="333333"/>
                </a:solidFill>
                <a:effectLst/>
                <a:latin typeface="YS Text"/>
              </a:rPr>
              <a:t>Компоненты </a:t>
            </a:r>
            <a:r>
              <a:rPr lang="en-US" i="0" dirty="0" err="1">
                <a:solidFill>
                  <a:srgbClr val="333333"/>
                </a:solidFill>
                <a:effectLst/>
                <a:latin typeface="YS Text"/>
              </a:rPr>
              <a:t>Rigidbody</a:t>
            </a:r>
            <a:r>
              <a:rPr lang="en-US" i="0" dirty="0">
                <a:solidFill>
                  <a:srgbClr val="333333"/>
                </a:solidFill>
                <a:effectLst/>
                <a:latin typeface="YS Text"/>
              </a:rPr>
              <a:t> </a:t>
            </a:r>
            <a:r>
              <a:rPr lang="ru-RU" i="0" dirty="0">
                <a:solidFill>
                  <a:srgbClr val="333333"/>
                </a:solidFill>
                <a:effectLst/>
                <a:latin typeface="YS Text"/>
              </a:rPr>
              <a:t>и </a:t>
            </a:r>
            <a:r>
              <a:rPr lang="en-US" i="0" dirty="0">
                <a:solidFill>
                  <a:srgbClr val="333333"/>
                </a:solidFill>
                <a:effectLst/>
                <a:latin typeface="YS Text"/>
              </a:rPr>
              <a:t>Collider</a:t>
            </a:r>
            <a:r>
              <a:rPr lang="ru-RU" i="0" dirty="0">
                <a:solidFill>
                  <a:srgbClr val="333333"/>
                </a:solidFill>
                <a:effectLst/>
                <a:latin typeface="YS Text"/>
              </a:rPr>
              <a:t>)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i="0" dirty="0">
                <a:solidFill>
                  <a:srgbClr val="333333"/>
                </a:solidFill>
                <a:effectLst/>
                <a:latin typeface="YS Text"/>
              </a:rPr>
              <a:t>Работа с графикой(Использование спрайтов)</a:t>
            </a:r>
          </a:p>
          <a:p>
            <a:pPr marL="514350" indent="-514350">
              <a:buFont typeface="+mj-lt"/>
              <a:buAutoNum type="arabicPeriod"/>
            </a:pPr>
            <a:r>
              <a:rPr lang="ru-RU" i="0" dirty="0">
                <a:solidFill>
                  <a:srgbClr val="333333"/>
                </a:solidFill>
                <a:effectLst/>
                <a:latin typeface="YS Text"/>
              </a:rPr>
              <a:t>Анимация(Покадровая анимация)</a:t>
            </a:r>
          </a:p>
          <a:p>
            <a:pPr marL="514350" indent="-514350">
              <a:buFont typeface="+mj-lt"/>
              <a:buAutoNum type="arabicPeriod"/>
            </a:pPr>
            <a:r>
              <a:rPr lang="ru-RU" i="0" dirty="0">
                <a:solidFill>
                  <a:srgbClr val="333333"/>
                </a:solidFill>
                <a:effectLst/>
                <a:latin typeface="YS Text"/>
              </a:rPr>
              <a:t>Звук(Компонент </a:t>
            </a:r>
            <a:r>
              <a:rPr lang="en-US" i="0" dirty="0" err="1">
                <a:solidFill>
                  <a:srgbClr val="333333"/>
                </a:solidFill>
                <a:effectLst/>
                <a:latin typeface="YS Text"/>
              </a:rPr>
              <a:t>AudioSource</a:t>
            </a:r>
            <a:r>
              <a:rPr lang="ru-RU" i="0" dirty="0">
                <a:solidFill>
                  <a:srgbClr val="333333"/>
                </a:solidFill>
                <a:effectLst/>
                <a:latin typeface="YS Text"/>
              </a:rPr>
              <a:t>)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A4A9D034-4C18-4324-B99A-3F4E3C040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72" y="1909515"/>
            <a:ext cx="5859647" cy="423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925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2B25E9-555B-481A-8289-26EF8E050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Основной функционал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849619-F278-4496-B3FC-18BAB53DB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Добавлена физика для всех элементов сцены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Добавлена поверхность на которой персонаж может движется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Сам персонаж и его действия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Анимация персонажа и предметов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Звук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Способность персонажа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321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2E9DBF-06BA-46C6-AC39-F5FD267CE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Аналоги и уникальные особенности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DA8B9A-9654-4F20-BCD4-2F8A37A46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105" y="1836024"/>
            <a:ext cx="2542563" cy="342588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Аналогами платформы для создания игр могут быть:</a:t>
            </a:r>
          </a:p>
          <a:p>
            <a:r>
              <a:rPr lang="en-US" dirty="0"/>
              <a:t>Unreal engine</a:t>
            </a:r>
          </a:p>
          <a:p>
            <a:r>
              <a:rPr lang="en-US" dirty="0"/>
              <a:t>Godot</a:t>
            </a:r>
          </a:p>
          <a:p>
            <a:r>
              <a:rPr lang="en-US" dirty="0"/>
              <a:t>Game maker</a:t>
            </a:r>
          </a:p>
          <a:p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26781D84-CEA5-4F03-9DF0-91867E5CED2F}"/>
              </a:ext>
            </a:extLst>
          </p:cNvPr>
          <p:cNvSpPr txBox="1">
            <a:spLocks/>
          </p:cNvSpPr>
          <p:nvPr/>
        </p:nvSpPr>
        <p:spPr>
          <a:xfrm>
            <a:off x="3894742" y="1843248"/>
            <a:ext cx="3259239" cy="2068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Аналогами игры могут быть:</a:t>
            </a:r>
          </a:p>
          <a:p>
            <a:r>
              <a:rPr lang="en-US" i="0" dirty="0">
                <a:solidFill>
                  <a:srgbClr val="333333"/>
                </a:solidFill>
                <a:effectLst/>
                <a:latin typeface="-apple-system"/>
              </a:rPr>
              <a:t>Celeste</a:t>
            </a:r>
          </a:p>
          <a:p>
            <a:r>
              <a:rPr lang="en-US" dirty="0"/>
              <a:t>Shovel Knight</a:t>
            </a:r>
            <a:endParaRPr lang="ru-RU"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BF3C8A71-65F4-4FD4-8B2D-FC3923150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4742" y="4262362"/>
            <a:ext cx="3962633" cy="2230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E39B88D1-D5F6-438A-A4FA-6A59992EB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7375" y="1836024"/>
            <a:ext cx="3962632" cy="2228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5512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7E99AC-4CA8-4F32-9C7D-D656F61D3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Показ работы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B806C7A5-45AF-41BF-9DC2-C0E7DDD90C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90" y="1690688"/>
            <a:ext cx="3810000" cy="3590925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3B7EFE8-F44E-4959-88CE-79581A554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179" y="2699865"/>
            <a:ext cx="1530991" cy="145826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BAA4DC1-BEB1-42CB-BC76-75A426B4A4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6009" y="1690688"/>
            <a:ext cx="4633451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986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CB7933-012B-4EC2-A04D-F9E736CC0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5896326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181</Words>
  <Application>Microsoft Office PowerPoint</Application>
  <PresentationFormat>Широкоэкранный</PresentationFormat>
  <Paragraphs>33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-apple-system</vt:lpstr>
      <vt:lpstr>Arial</vt:lpstr>
      <vt:lpstr>Calibri</vt:lpstr>
      <vt:lpstr>Calibri Light</vt:lpstr>
      <vt:lpstr>YS Text</vt:lpstr>
      <vt:lpstr>Тема Office</vt:lpstr>
      <vt:lpstr>Создание игры на платформе unity</vt:lpstr>
      <vt:lpstr>Цели создания игры</vt:lpstr>
      <vt:lpstr>Архитектура проекта</vt:lpstr>
      <vt:lpstr>Основной функционал</vt:lpstr>
      <vt:lpstr>Аналоги и уникальные особенности</vt:lpstr>
      <vt:lpstr>Показ работы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игры на платформе unity</dc:title>
  <dc:creator>Сергей Астахов</dc:creator>
  <cp:lastModifiedBy>Сергей Астахов</cp:lastModifiedBy>
  <cp:revision>2</cp:revision>
  <dcterms:created xsi:type="dcterms:W3CDTF">2025-05-31T10:59:06Z</dcterms:created>
  <dcterms:modified xsi:type="dcterms:W3CDTF">2025-05-31T11:04:48Z</dcterms:modified>
</cp:coreProperties>
</file>